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6"/>
  </p:sldMasterIdLst>
  <p:notesMasterIdLst>
    <p:notesMasterId r:id="rId25"/>
  </p:notesMasterIdLst>
  <p:handoutMasterIdLst>
    <p:handoutMasterId r:id="rId26"/>
  </p:handoutMasterIdLst>
  <p:sldIdLst>
    <p:sldId id="346" r:id="rId121"/>
  </p:sldIdLst>
  <p:sldSz cx="12192000" cy="6858000"/>
  <p:notesSz cx="6858000" cy="9144000"/>
  <p:embeddedFontLs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CC460F-03F9-4149-9072-5AAB42086FA4}">
          <p14:sldIdLst>
            <p14:sldId id="256"/>
            <p14:sldId id="265"/>
          </p14:sldIdLst>
        </p14:section>
        <p14:section name="Deal to Delivery" id="{7478C7A6-E225-4B29-AF56-AF00598241E8}">
          <p14:sldIdLst>
            <p14:sldId id="2147483647"/>
            <p14:sldId id="257"/>
          </p14:sldIdLst>
        </p14:section>
        <p14:section name="Accountability Framework" id="{85FAACF2-C17B-496F-BC74-01D34320B823}">
          <p14:sldIdLst>
            <p14:sldId id="258"/>
            <p14:sldId id="259"/>
          </p14:sldIdLst>
        </p14:section>
        <p14:section name="Intake Updates" id="{E3DA7D8E-CA10-4E59-91F0-08D4610CE2E0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47621-DF21-E75D-272F-6101C8F4D26F}" name="Rachel Harris" initials="RH" userId="S::R.Harris@merkle.com::fd5e8be9-ea2d-44ac-89b2-fdcd1d7c9102" providerId="AD"/>
  <p188:author id="{C2FCB735-5E4C-A9FE-A872-A0258D11E5D4}" name="Holden Bale" initials="HB" userId="S::Holden.Bale@merkle.com::c531b602-7654-40f4-8096-c3b7319cdf73" providerId="AD"/>
  <p188:author id="{6FAE4E42-A874-6C13-C1EF-F4D00034504C}" name="Chris McComas" initials="" userId="S::Chris.Mccomas@merkle.com::16a72942-0ecc-4af7-bdde-ff5438467eb4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88"/>
    <a:srgbClr val="DD3039"/>
    <a:srgbClr val="0328D1"/>
    <a:srgbClr val="031FA3"/>
    <a:srgbClr val="0391F2"/>
    <a:srgbClr val="D5D5DF"/>
    <a:srgbClr val="030E49"/>
    <a:srgbClr val="0291F0"/>
    <a:srgbClr val="8888A1"/>
    <a:srgbClr val="00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E531D-B492-44EB-8453-F64CDCF25BDF}" v="1" dt="2026-10-20T13:02:33.506"/>
    <p1510:client id="{E54C87B7-05CD-4AE2-8B3E-00FBDEE6507A}" v="5" dt="2026-10-20T22:02:0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42" y="9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121" Type="http://schemas.openxmlformats.org/officeDocument/2006/relationships/slide" Target="slides/slide9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D96A2-159F-BFEA-27CA-32D611C64F0A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49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  <p:sldLayoutId id="21474841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3.jpg"/></Relationships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AI STEERCO · PRE-KICKOFF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52880"/>
            <a:ext cx="428548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2600" b="1" i="0">
                <a:solidFill>
                  <a:srgbClr val="000000"/>
                </a:solidFill>
              </a:rPr>
              <a:t>Leaders nominated this room to meet weekly.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73120"/>
            <a:ext cx="428548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</a:rPr>
              <a:t>You are the people closest to the work. You are how it connects.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8448" y="1170000"/>
            <a:ext cx="6626352" cy="115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37048" y="152015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2848" y="1224864"/>
            <a:ext cx="5483352" cy="1047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</a:rPr>
              <a:t>Today: pre-kickoff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</a:rPr>
              <a:t>A short session to get aligned, including how roles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8448" y="2477500"/>
            <a:ext cx="6626352" cy="11575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37048" y="282765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2848" y="2532364"/>
            <a:ext cx="5483352" cy="1047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</a:rPr>
              <a:t>Then the kickoff [DATE]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</a:rPr>
              <a:t>A longer working session. We review the top priorities by workstream, share what is happening, and recognize great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8448" y="3785000"/>
            <a:ext cx="6626352" cy="115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7048" y="413515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2848" y="3839864"/>
            <a:ext cx="5483352" cy="1047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</a:rPr>
              <a:t>Then we meet weekly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</a:rPr>
              <a:t>Share what you are working on, prioritize together, and help each other. That is the "sharing is caring" part.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8448" y="5092500"/>
            <a:ext cx="6626352" cy="115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37048" y="544265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2848" y="5147364"/>
            <a:ext cx="5483352" cy="1047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</a:rPr>
              <a:t>Ease off as we find our rhythm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</a:rPr>
              <a:t>Weekly to start, then less often.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Proxima test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erkle_PPT_Template" id="{809271C0-2DF5-1D43-9E86-284BC87CAAF5}" vid="{7B0BB988-4564-F949-B1EE-E7D59515E6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3A52DFF83D84488E93803DDBB9CF7" ma:contentTypeVersion="3" ma:contentTypeDescription="Create a new document." ma:contentTypeScope="" ma:versionID="7183402d5426fb7fa40a57754f8987a7">
  <xsd:schema xmlns:xsd="http://www.w3.org/2001/XMLSchema" xmlns:xs="http://www.w3.org/2001/XMLSchema" xmlns:p="http://schemas.microsoft.com/office/2006/metadata/properties" xmlns:ns2="ffd69ccd-669e-4a1a-b9ff-a607e277eb6b" targetNamespace="http://schemas.microsoft.com/office/2006/metadata/properties" ma:root="true" ma:fieldsID="fce94913ec708fae3ad90612dc7fd3f5" ns2:_="">
    <xsd:import namespace="ffd69ccd-669e-4a1a-b9ff-a607e277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69ccd-669e-4a1a-b9ff-a607e277e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2C947A3-4CBF-434C-A709-03C12B0F1660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ffd69ccd-669e-4a1a-b9ff-a607e277eb6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2D6E68-51DB-4BFD-88E4-E31D99A1A821}">
  <ds:schemaRefs/>
</ds:datastoreItem>
</file>

<file path=customXml/itemProps3.xml><?xml version="1.0" encoding="utf-8"?>
<ds:datastoreItem xmlns:ds="http://schemas.openxmlformats.org/officeDocument/2006/customXml" ds:itemID="{3A934794-B7B9-40A5-BC3E-83474445FB2C}">
  <ds:schemaRefs/>
</ds:datastoreItem>
</file>

<file path=customXml/itemProps4.xml><?xml version="1.0" encoding="utf-8"?>
<ds:datastoreItem xmlns:ds="http://schemas.openxmlformats.org/officeDocument/2006/customXml" ds:itemID="{A48A09DB-9412-4CC5-853B-30DF5312F164}">
  <ds:schemaRefs/>
</ds:datastoreItem>
</file>

<file path=customXml/itemProps5.xml><?xml version="1.0" encoding="utf-8"?>
<ds:datastoreItem xmlns:ds="http://schemas.openxmlformats.org/officeDocument/2006/customXml" ds:itemID="{8ED5A302-E581-4954-9104-07BBB2BA16EA}">
  <ds:schemaRefs/>
</ds:datastoreItem>
</file>

<file path=customXml/itemProps6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2583E5A3-4B69-4BD6-9BC5-33CDB10B0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69ccd-669e-4a1a-b9ff-a607e277e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C978122E-4CF7-4DAF-A638-3228CFE4D0E4}">
  <ds:schemaRefs/>
</ds:datastoreItem>
</file>

<file path=customXml/itemProps9.xml><?xml version="1.0" encoding="utf-8"?>
<ds:datastoreItem xmlns:ds="http://schemas.openxmlformats.org/officeDocument/2006/customXml" ds:itemID="{641488FD-1F5F-4710-8EC0-17A522704CC6}">
  <ds:schemaRefs/>
</ds:datastoreItem>
</file>

<file path=customXml/itemProps10.xml><?xml version="1.0" encoding="utf-8"?>
<ds:datastoreItem xmlns:ds="http://schemas.openxmlformats.org/officeDocument/2006/customXml" ds:itemID="{B82A8263-E571-43F3-9E91-8424F188A071}">
  <ds:schemaRefs/>
</ds:datastoreItem>
</file>

<file path=customXml/itemProps11.xml><?xml version="1.0" encoding="utf-8"?>
<ds:datastoreItem xmlns:ds="http://schemas.openxmlformats.org/officeDocument/2006/customXml" ds:itemID="{D19811AB-F04C-4CB1-906B-120DD81CEC00}">
  <ds:schemaRefs/>
</ds:datastoreItem>
</file>

<file path=customXml/itemProps12.xml><?xml version="1.0" encoding="utf-8"?>
<ds:datastoreItem xmlns:ds="http://schemas.openxmlformats.org/officeDocument/2006/customXml" ds:itemID="{C45642DC-9A5F-4645-ADA4-4C9C3418D003}">
  <ds:schemaRefs/>
</ds:datastoreItem>
</file>

<file path=customXml/itemProps13.xml><?xml version="1.0" encoding="utf-8"?>
<ds:datastoreItem xmlns:ds="http://schemas.openxmlformats.org/officeDocument/2006/customXml" ds:itemID="{4D8D6E3D-6D95-4645-9B5B-00A02728EFE6}">
  <ds:schemaRefs/>
</ds:datastoreItem>
</file>

<file path=customXml/itemProps14.xml><?xml version="1.0" encoding="utf-8"?>
<ds:datastoreItem xmlns:ds="http://schemas.openxmlformats.org/officeDocument/2006/customXml" ds:itemID="{7175AA37-2E84-4AD4-A69B-19A9990FFAFF}">
  <ds:schemaRefs/>
</ds:datastoreItem>
</file>

<file path=customXml/itemProps15.xml><?xml version="1.0" encoding="utf-8"?>
<ds:datastoreItem xmlns:ds="http://schemas.openxmlformats.org/officeDocument/2006/customXml" ds:itemID="{E15543A8-80BA-4997-B7AD-F61A4B2E048D}">
  <ds:schemaRefs/>
</ds:datastoreItem>
</file>

<file path=docMetadata/LabelInfo.xml><?xml version="1.0" encoding="utf-8"?>
<clbl:labelList xmlns:clbl="http://schemas.microsoft.com/office/2020/mipLabelMetadata">
  <clbl:label id="{6e8992ec-76d5-4ea5-8eae-b0c5e558749a}" enabled="0" method="" siteId="{6e8992ec-76d5-4ea5-8eae-b0c5e55874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COLLABORATIVE WIREFRAME - 2025</Template>
  <TotalTime>1006</TotalTime>
  <Words>2141</Words>
  <Application>Microsoft Office PowerPoint</Application>
  <PresentationFormat>Widescreen</PresentationFormat>
  <Paragraphs>168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Aptos</vt:lpstr>
      <vt:lpstr>Proxima Nova</vt:lpstr>
      <vt:lpstr>COLLABORATIVE WIREFRAME - 2025</vt:lpstr>
      <vt:lpstr>Play to Win</vt:lpstr>
      <vt:lpstr>B2B Growth Platform</vt:lpstr>
      <vt:lpstr>Deal to Delivery Playbook: Context</vt:lpstr>
      <vt:lpstr>Deal to Delivery Playbook: Update</vt:lpstr>
      <vt:lpstr>Accountability Framework: Context</vt:lpstr>
      <vt:lpstr>Accountability Framework: Update</vt:lpstr>
      <vt:lpstr>Intake Updates: Context</vt:lpstr>
      <vt:lpstr>Intake Updates: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O'Neil</dc:creator>
  <cp:lastModifiedBy>Rachel Harris</cp:lastModifiedBy>
  <cp:revision>4</cp:revision>
  <dcterms:created xsi:type="dcterms:W3CDTF">2026-08-19T11:07:14Z</dcterms:created>
  <dcterms:modified xsi:type="dcterms:W3CDTF">2026-10-21T14:19:20Z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0x0101000E03A52DFF83D84488E93803DDBB9CF7</vt:lpwstr>
  </property>
  <property fmtid="{D5CDD505-2E9C-101B-9397-08002B2CF9AE}" pid="4" name="_dlc_DocIdItemGuid">
    <vt:lpwstr>1588c89b-885d-4666-9250-8363a7f08b01</vt:lpwstr>
  </property>
</Properties>
</file>