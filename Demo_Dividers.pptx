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  <p:sldId id="347" r:id="rId122"/>
    <p:sldId id="348" r:id="rId123"/>
    <p:sldId id="349" r:id="rId124"/>
    <p:sldId id="350" r:id="rId125"/>
    <p:sldId id="351" r:id="rId126"/>
    <p:sldId id="352" r:id="rId127"/>
    <p:sldId id="353" r:id="rId128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Relationship Id="rId122" Type="http://schemas.openxmlformats.org/officeDocument/2006/relationships/slide" Target="slides/slide93.xml"/><Relationship Id="rId123" Type="http://schemas.openxmlformats.org/officeDocument/2006/relationships/slide" Target="slides/slide94.xml"/><Relationship Id="rId124" Type="http://schemas.openxmlformats.org/officeDocument/2006/relationships/slide" Target="slides/slide95.xml"/><Relationship Id="rId125" Type="http://schemas.openxmlformats.org/officeDocument/2006/relationships/slide" Target="slides/slide96.xml"/><Relationship Id="rId126" Type="http://schemas.openxmlformats.org/officeDocument/2006/relationships/slide" Target="slides/slide97.xml"/><Relationship Id="rId127" Type="http://schemas.openxmlformats.org/officeDocument/2006/relationships/slide" Target="slides/slide98.xml"/><Relationship Id="rId128" Type="http://schemas.openxmlformats.org/officeDocument/2006/relationships/slide" Target="slides/slide9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8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5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4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8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7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0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imgs_d2d_D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DEAL-TO-DELIVERY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Chris McComas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ac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ACCOUNTABILITY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John Ewen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LEADERSHIP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Deana Derocha, Dave Brabec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c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CAPACITY PLANNING &amp; ROMULUS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Adam Organ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d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DGS LEADERSHIP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Adam Organ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imgs_intake_D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INTAKE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Deana Derocha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OPS TRANSFORMATION: REBUILD SCOPING &amp; STAFFING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Dave Brabec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f_div_ear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42000">
                <a:srgbClr val="000000">
                  <a:alpha val="58000"/>
                </a:srgbClr>
              </a:gs>
              <a:gs pos="100000">
                <a:srgbClr val="000000">
                  <a:alpha val="2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5000">
                <a:srgbClr val="000000">
                  <a:alpha val="10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85800"/>
            <a:ext cx="6583680" cy="2431135"/>
          </a:xfrm>
          <a:prstGeom prst="roundRect">
            <a:avLst>
              <a:gd name="adj" fmla="val 25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16736"/>
            <a:ext cx="6400800" cy="2194560"/>
          </a:xfrm>
        </p:spPr>
        <p:txBody>
          <a:bodyPr anchor="t"/>
          <a:lstStyle/>
          <a:p>
            <a:r>
              <a:rPr sz="540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914400" y="914400"/>
            <a:ext cx="6400800" cy="292608"/>
          </a:xfrm>
        </p:spPr>
        <p:txBody>
          <a:bodyPr/>
          <a:lstStyle/>
          <a:p>
            <a:r>
              <a:t>EARLIER DELIVERY &amp; TALENT IN PURSUITS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695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Owner(s)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6D6DF"/>
                </a:solidFill>
              </a:rPr>
              <a:t>Missy Foristall, Deana Derocha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