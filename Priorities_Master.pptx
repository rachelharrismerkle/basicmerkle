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20" r:id="rId95"/>
    <p:sldId id="321" r:id="rId96"/>
    <p:sldId id="262" r:id="rId38"/>
    <p:sldId id="2147483647" r:id="rId19"/>
    <p:sldId id="256" r:id="rId18"/>
    <p:sldId id="265" r:id="rId17"/>
    <p:sldId id="266" r:id="rId41"/>
    <p:sldId id="268" r:id="rId43"/>
    <p:sldId id="267" r:id="rId42"/>
    <p:sldId id="257" r:id="rId20"/>
    <p:sldId id="322" r:id="rId97"/>
    <p:sldId id="263" r:id="rId39"/>
    <p:sldId id="258" r:id="rId21"/>
    <p:sldId id="269" r:id="rId44"/>
    <p:sldId id="270" r:id="rId45"/>
    <p:sldId id="271" r:id="rId46"/>
    <p:sldId id="259" r:id="rId22"/>
    <p:sldId id="323" r:id="rId98"/>
    <p:sldId id="272" r:id="rId47"/>
    <p:sldId id="273" r:id="rId48"/>
    <p:sldId id="274" r:id="rId49"/>
    <p:sldId id="275" r:id="rId50"/>
    <p:sldId id="276" r:id="rId51"/>
    <p:sldId id="277" r:id="rId52"/>
    <p:sldId id="324" r:id="rId99"/>
    <p:sldId id="278" r:id="rId53"/>
    <p:sldId id="279" r:id="rId54"/>
    <p:sldId id="280" r:id="rId55"/>
    <p:sldId id="281" r:id="rId56"/>
    <p:sldId id="282" r:id="rId57"/>
    <p:sldId id="283" r:id="rId58"/>
    <p:sldId id="284" r:id="rId59"/>
    <p:sldId id="285" r:id="rId60"/>
    <p:sldId id="325" r:id="rId100"/>
    <p:sldId id="286" r:id="rId61"/>
    <p:sldId id="287" r:id="rId62"/>
    <p:sldId id="288" r:id="rId63"/>
    <p:sldId id="289" r:id="rId64"/>
    <p:sldId id="290" r:id="rId65"/>
    <p:sldId id="291" r:id="rId66"/>
    <p:sldId id="292" r:id="rId67"/>
    <p:sldId id="326" r:id="rId101"/>
    <p:sldId id="264" r:id="rId40"/>
    <p:sldId id="260" r:id="rId23"/>
    <p:sldId id="293" r:id="rId68"/>
    <p:sldId id="294" r:id="rId69"/>
    <p:sldId id="295" r:id="rId70"/>
    <p:sldId id="261" r:id="rId24"/>
    <p:sldId id="327" r:id="rId102"/>
    <p:sldId id="296" r:id="rId71"/>
    <p:sldId id="297" r:id="rId72"/>
    <p:sldId id="298" r:id="rId73"/>
    <p:sldId id="299" r:id="rId74"/>
    <p:sldId id="300" r:id="rId75"/>
    <p:sldId id="301" r:id="rId76"/>
    <p:sldId id="328" r:id="rId103"/>
    <p:sldId id="302" r:id="rId77"/>
    <p:sldId id="303" r:id="rId78"/>
    <p:sldId id="304" r:id="rId79"/>
    <p:sldId id="305" r:id="rId80"/>
    <p:sldId id="306" r:id="rId81"/>
    <p:sldId id="307" r:id="rId82"/>
    <p:sldId id="329" r:id="rId104"/>
    <p:sldId id="308" r:id="rId83"/>
    <p:sldId id="309" r:id="rId84"/>
    <p:sldId id="310" r:id="rId85"/>
    <p:sldId id="311" r:id="rId86"/>
    <p:sldId id="312" r:id="rId87"/>
    <p:sldId id="313" r:id="rId88"/>
    <p:sldId id="314" r:id="rId89"/>
    <p:sldId id="315" r:id="rId90"/>
    <p:sldId id="316" r:id="rId91"/>
    <p:sldId id="317" r:id="rId92"/>
    <p:sldId id="318" r:id="rId93"/>
    <p:sldId id="319" r:id="rId9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E03B7786-7275-47C1-A575-DCDD58BE6C3C}">
          <p14:sldIdLst>
            <p14:sldId id="320"/>
            <p14:sldId id="321"/>
          </p14:sldIdLst>
        </p14:section>
        <p14:section name="Deal-to-Delivery Playbook" id="{F4C59B50-2D7D-4AB3-B088-3A9092CC80A6}">
          <p14:sldIdLst>
            <p14:sldId id="262"/>
            <p14:sldId id="2147483647"/>
            <p14:sldId id="256"/>
            <p14:sldId id="265"/>
            <p14:sldId id="266"/>
            <p14:sldId id="268"/>
            <p14:sldId id="267"/>
            <p14:sldId id="257"/>
            <p14:sldId id="322"/>
          </p14:sldIdLst>
        </p14:section>
        <p14:section name="Accountability Framework" id="{E68DD62E-3667-4635-A199-AA2B86A38FFA}">
          <p14:sldIdLst>
            <p14:sldId id="263"/>
            <p14:sldId id="258"/>
            <p14:sldId id="269"/>
            <p14:sldId id="270"/>
            <p14:sldId id="271"/>
            <p14:sldId id="259"/>
            <p14:sldId id="323"/>
          </p14:sldIdLst>
        </p14:section>
        <p14:section name="Leadership Dashboards" id="{A6EA32AA-5358-4C7C-AB61-A1313EDCB7B0}">
          <p14:sldIdLst>
            <p14:sldId id="272"/>
            <p14:sldId id="273"/>
            <p14:sldId id="274"/>
            <p14:sldId id="275"/>
            <p14:sldId id="276"/>
            <p14:sldId id="277"/>
            <p14:sldId id="324"/>
          </p14:sldIdLst>
        </p14:section>
        <p14:section name="Capacity Planning &amp; Romulus" id="{02C0D1FC-43F4-4FFA-A5D9-83F8CFA23EA4}">
          <p14:sldIdLst>
            <p14:sldId id="278"/>
            <p14:sldId id="279"/>
            <p14:sldId id="280"/>
            <p14:sldId id="281"/>
            <p14:sldId id="282"/>
            <p14:sldId id="283"/>
            <p14:sldId id="284"/>
            <p14:sldId id="285"/>
            <p14:sldId id="325"/>
          </p14:sldIdLst>
        </p14:section>
        <p14:section name="DGS Leadership Transition" id="{E519125B-785A-4635-AE7B-603487C9EB41}">
          <p14:sldIdLst>
            <p14:sldId id="286"/>
            <p14:sldId id="287"/>
            <p14:sldId id="288"/>
            <p14:sldId id="289"/>
            <p14:sldId id="290"/>
            <p14:sldId id="291"/>
            <p14:sldId id="292"/>
            <p14:sldId id="326"/>
          </p14:sldIdLst>
        </p14:section>
        <p14:section name="Intake Updates" id="{48C57E4C-0002-48F7-BBC6-7FBAB5C84088}">
          <p14:sldIdLst>
            <p14:sldId id="264"/>
            <p14:sldId id="260"/>
            <p14:sldId id="293"/>
            <p14:sldId id="294"/>
            <p14:sldId id="295"/>
            <p14:sldId id="261"/>
            <p14:sldId id="327"/>
          </p14:sldIdLst>
        </p14:section>
        <p14:section name="Ops Transformation: Rebuild Scoping &amp; Staffing" id="{12A07136-7E0C-4F11-B61D-DAC3E75ACA17}">
          <p14:sldIdLst>
            <p14:sldId id="296"/>
            <p14:sldId id="297"/>
            <p14:sldId id="298"/>
            <p14:sldId id="299"/>
            <p14:sldId id="300"/>
            <p14:sldId id="301"/>
            <p14:sldId id="328"/>
          </p14:sldIdLst>
        </p14:section>
        <p14:section name="Earlier Delivery &amp; Talent in Pursuits" id="{3F0F4401-6954-42FA-91D4-5D8814579B58}">
          <p14:sldIdLst>
            <p14:sldId id="302"/>
            <p14:sldId id="303"/>
            <p14:sldId id="304"/>
            <p14:sldId id="305"/>
            <p14:sldId id="306"/>
            <p14:sldId id="307"/>
            <p14:sldId id="329"/>
          </p14:sldIdLst>
        </p14:section>
        <p14:section name="Supporting-detail layouts" id="{B367EF10-EC64-4D2D-AB72-863A72D93381}">
          <p14:sldIdLst>
            <p14:sldId id="308"/>
            <p14:sldId id="309"/>
            <p14:sldId id="310"/>
            <p14:sldId id="311"/>
            <p14:sldId id="312"/>
            <p14:sldId id="313"/>
            <p14:sldId id="314"/>
            <p14:sldId id="315"/>
            <p14:sldId id="316"/>
            <p14:sldId id="317"/>
            <p14:sldId id="318"/>
            <p14:sldId id="319"/>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