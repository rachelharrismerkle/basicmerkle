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28" r:id="rId103"/>
    <p:sldId id="329" r:id="rId104"/>
    <p:sldId id="338" r:id="rId113"/>
    <p:sldId id="262" r:id="rId38"/>
    <p:sldId id="2147483647" r:id="rId19"/>
    <p:sldId id="256" r:id="rId18"/>
    <p:sldId id="265" r:id="rId17"/>
    <p:sldId id="266" r:id="rId41"/>
    <p:sldId id="268" r:id="rId43"/>
    <p:sldId id="267" r:id="rId42"/>
    <p:sldId id="257" r:id="rId20"/>
    <p:sldId id="330" r:id="rId105"/>
    <p:sldId id="263" r:id="rId39"/>
    <p:sldId id="258" r:id="rId21"/>
    <p:sldId id="269" r:id="rId44"/>
    <p:sldId id="270" r:id="rId45"/>
    <p:sldId id="271" r:id="rId46"/>
    <p:sldId id="259" r:id="rId22"/>
    <p:sldId id="331" r:id="rId106"/>
    <p:sldId id="272" r:id="rId47"/>
    <p:sldId id="273" r:id="rId48"/>
    <p:sldId id="274" r:id="rId49"/>
    <p:sldId id="275" r:id="rId50"/>
    <p:sldId id="276" r:id="rId51"/>
    <p:sldId id="277" r:id="rId52"/>
    <p:sldId id="332" r:id="rId107"/>
    <p:sldId id="278" r:id="rId53"/>
    <p:sldId id="279" r:id="rId54"/>
    <p:sldId id="280" r:id="rId55"/>
    <p:sldId id="281" r:id="rId56"/>
    <p:sldId id="282" r:id="rId57"/>
    <p:sldId id="283" r:id="rId58"/>
    <p:sldId id="284" r:id="rId59"/>
    <p:sldId id="285" r:id="rId60"/>
    <p:sldId id="333" r:id="rId108"/>
    <p:sldId id="286" r:id="rId61"/>
    <p:sldId id="287" r:id="rId62"/>
    <p:sldId id="288" r:id="rId63"/>
    <p:sldId id="289" r:id="rId64"/>
    <p:sldId id="290" r:id="rId65"/>
    <p:sldId id="291" r:id="rId66"/>
    <p:sldId id="292" r:id="rId67"/>
    <p:sldId id="334" r:id="rId109"/>
    <p:sldId id="264" r:id="rId40"/>
    <p:sldId id="260" r:id="rId23"/>
    <p:sldId id="293" r:id="rId68"/>
    <p:sldId id="294" r:id="rId69"/>
    <p:sldId id="295" r:id="rId70"/>
    <p:sldId id="261" r:id="rId24"/>
    <p:sldId id="335" r:id="rId110"/>
    <p:sldId id="296" r:id="rId71"/>
    <p:sldId id="297" r:id="rId72"/>
    <p:sldId id="298" r:id="rId73"/>
    <p:sldId id="299" r:id="rId74"/>
    <p:sldId id="300" r:id="rId75"/>
    <p:sldId id="301" r:id="rId76"/>
    <p:sldId id="336" r:id="rId111"/>
    <p:sldId id="302" r:id="rId77"/>
    <p:sldId id="303" r:id="rId78"/>
    <p:sldId id="304" r:id="rId79"/>
    <p:sldId id="305" r:id="rId80"/>
    <p:sldId id="306" r:id="rId81"/>
    <p:sldId id="307" r:id="rId82"/>
    <p:sldId id="337" r:id="rId112"/>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44594737-29AB-48FF-9E49-113C07F0A66C}">
          <p14:sldIdLst>
            <p14:sldId id="328"/>
            <p14:sldId id="329"/>
            <p14:sldId id="338"/>
          </p14:sldIdLst>
        </p14:section>
        <p14:section name="Deal-to-Delivery Playbook" id="{D9362374-CFDE-4FBE-AC15-87897DE48FE8}">
          <p14:sldIdLst>
            <p14:sldId id="262"/>
            <p14:sldId id="2147483647"/>
            <p14:sldId id="256"/>
            <p14:sldId id="265"/>
            <p14:sldId id="266"/>
            <p14:sldId id="268"/>
            <p14:sldId id="267"/>
            <p14:sldId id="257"/>
            <p14:sldId id="330"/>
          </p14:sldIdLst>
        </p14:section>
        <p14:section name="Accountability Framework" id="{72F26DFC-6A8C-4D67-82E0-BDD97A47BB83}">
          <p14:sldIdLst>
            <p14:sldId id="263"/>
            <p14:sldId id="258"/>
            <p14:sldId id="269"/>
            <p14:sldId id="270"/>
            <p14:sldId id="271"/>
            <p14:sldId id="259"/>
            <p14:sldId id="331"/>
          </p14:sldIdLst>
        </p14:section>
        <p14:section name="Leadership Dashboards" id="{15F67130-EA02-4EFE-AF21-9CC0407F7405}">
          <p14:sldIdLst>
            <p14:sldId id="272"/>
            <p14:sldId id="273"/>
            <p14:sldId id="274"/>
            <p14:sldId id="275"/>
            <p14:sldId id="276"/>
            <p14:sldId id="277"/>
            <p14:sldId id="332"/>
          </p14:sldIdLst>
        </p14:section>
        <p14:section name="Capacity Planning &amp; Romulus" id="{3F2DF503-C635-4810-BA1A-7E1925D4BEE5}">
          <p14:sldIdLst>
            <p14:sldId id="278"/>
            <p14:sldId id="279"/>
            <p14:sldId id="280"/>
            <p14:sldId id="281"/>
            <p14:sldId id="282"/>
            <p14:sldId id="283"/>
            <p14:sldId id="284"/>
            <p14:sldId id="285"/>
            <p14:sldId id="333"/>
          </p14:sldIdLst>
        </p14:section>
        <p14:section name="DGS Leadership Transition" id="{D76620FC-9530-4FEA-A3CA-FDDB5D566535}">
          <p14:sldIdLst>
            <p14:sldId id="286"/>
            <p14:sldId id="287"/>
            <p14:sldId id="288"/>
            <p14:sldId id="289"/>
            <p14:sldId id="290"/>
            <p14:sldId id="291"/>
            <p14:sldId id="292"/>
            <p14:sldId id="334"/>
          </p14:sldIdLst>
        </p14:section>
        <p14:section name="Intake Updates" id="{2CEBAF27-D1C9-4905-B562-F1351330AE85}">
          <p14:sldIdLst>
            <p14:sldId id="264"/>
            <p14:sldId id="260"/>
            <p14:sldId id="293"/>
            <p14:sldId id="294"/>
            <p14:sldId id="295"/>
            <p14:sldId id="261"/>
            <p14:sldId id="335"/>
          </p14:sldIdLst>
        </p14:section>
        <p14:section name="Ops Transformation: Rebuild Scoping &amp; Staffing" id="{1CD23A55-232B-43A1-AA5E-15654FAA1EC3}">
          <p14:sldIdLst>
            <p14:sldId id="296"/>
            <p14:sldId id="297"/>
            <p14:sldId id="298"/>
            <p14:sldId id="299"/>
            <p14:sldId id="300"/>
            <p14:sldId id="301"/>
            <p14:sldId id="336"/>
          </p14:sldIdLst>
        </p14:section>
        <p14:section name="Earlier Delivery &amp; Talent in Pursuits" id="{5C794001-C0BA-400A-A71B-7FE1424E7888}">
          <p14:sldIdLst>
            <p14:sldId id="302"/>
            <p14:sldId id="303"/>
            <p14:sldId id="304"/>
            <p14:sldId id="305"/>
            <p14:sldId id="306"/>
            <p14:sldId id="307"/>
            <p14:sldId id="337"/>
          </p14:sldIdLst>
        </p14:section>
        <p14:section name="Supporting-detail layouts" id="{E8C6405A-3C9D-4279-8C14-E2EF536861CA}">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 Id="rId113" Type="http://schemas.openxmlformats.org/officeDocument/2006/relationships/slide" Target="slides/slide8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Update your section with Claude</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You do not have to build slides. Give Claude your notes and it hands back your section, ready to paste into this deck.</a:t>
            </a:r>
          </a:p>
        </p:txBody>
      </p:sp>
      <p:sp>
        <p:nvSpPr>
          <p:cNvPr id="8" name="Rounded Rectangle 7"/>
          <p:cNvSpPr/>
          <p:nvPr/>
        </p:nvSpPr>
        <p:spPr>
          <a:xfrm>
            <a:off x="4572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250" b="1" i="0">
                <a:solidFill>
                  <a:srgbClr val="000000"/>
                </a:solidFill>
              </a:rPr>
              <a:t>Set up once</a:t>
            </a:r>
          </a:p>
          <a:p>
            <a:pPr algn="l">
              <a:spcAft>
                <a:spcPts val="500"/>
              </a:spcAft>
            </a:pPr>
            <a:r>
              <a:rPr sz="1250" b="0" i="0">
                <a:solidFill>
                  <a:srgbClr val="000000"/>
                </a:solidFill>
              </a:rPr>
              <a:t>Make a Claude project. Add two files: Priorities_Master.pptx and Priorities_Master_Update_Guide.md. Paste nothing else.</a:t>
            </a:r>
          </a:p>
        </p:txBody>
      </p:sp>
      <p:sp>
        <p:nvSpPr>
          <p:cNvPr id="9" name="Rounded Rectangle 8"/>
          <p:cNvSpPr/>
          <p:nvPr/>
        </p:nvSpPr>
        <p:spPr>
          <a:xfrm>
            <a:off x="33141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250" b="1" i="0">
                <a:solidFill>
                  <a:srgbClr val="000000"/>
                </a:solidFill>
              </a:rPr>
              <a:t>Say which priority</a:t>
            </a:r>
          </a:p>
          <a:p>
            <a:pPr algn="l">
              <a:spcAft>
                <a:spcPts val="500"/>
              </a:spcAft>
            </a:pPr>
            <a:r>
              <a:rPr sz="1250" b="0" i="0">
                <a:solidFill>
                  <a:srgbClr val="000000"/>
                </a:solidFill>
              </a:rPr>
              <a:t>Name your priority exactly as it appears in this deck. Then say what you want: fill my section, update my Update slide, fix something, or add detail.</a:t>
            </a:r>
          </a:p>
        </p:txBody>
      </p:sp>
      <p:sp>
        <p:nvSpPr>
          <p:cNvPr id="10" name="Rounded Rectangle 9"/>
          <p:cNvSpPr/>
          <p:nvPr/>
        </p:nvSpPr>
        <p:spPr>
          <a:xfrm>
            <a:off x="61710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250" b="1" i="0">
                <a:solidFill>
                  <a:srgbClr val="000000"/>
                </a:solidFill>
              </a:rPr>
              <a:t>Give it your notes</a:t>
            </a:r>
          </a:p>
          <a:p>
            <a:pPr algn="l">
              <a:spcAft>
                <a:spcPts val="500"/>
              </a:spcAft>
            </a:pPr>
            <a:r>
              <a:rPr sz="1250" b="0" i="0">
                <a:solidFill>
                  <a:srgbClr val="000000"/>
                </a:solidFill>
              </a:rPr>
              <a:t>Paste notes, an email, a transcript, anything. Claude fills the boxes in the template and asks if something is missing. It never makes things up.</a:t>
            </a:r>
          </a:p>
        </p:txBody>
      </p:sp>
      <p:sp>
        <p:nvSpPr>
          <p:cNvPr id="11" name="Rounded Rectangle 10"/>
          <p:cNvSpPr/>
          <p:nvPr/>
        </p:nvSpPr>
        <p:spPr>
          <a:xfrm>
            <a:off x="90279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250" b="1" i="0">
                <a:solidFill>
                  <a:srgbClr val="000000"/>
                </a:solidFill>
              </a:rPr>
              <a:t>Copy it back in</a:t>
            </a:r>
          </a:p>
          <a:p>
            <a:pPr algn="l">
              <a:spcAft>
                <a:spcPts val="500"/>
              </a:spcAft>
            </a:pPr>
            <a:r>
              <a:rPr sz="1250" b="0" i="0">
                <a:solidFill>
                  <a:srgbClr val="000000"/>
                </a:solidFill>
              </a:rPr>
              <a:t>Claude returns only your section as a small PowerPoint file. Open this deck, delete your old slides, paste the new ones in the same place.</a:t>
            </a:r>
          </a:p>
        </p:txBody>
      </p:sp>
      <p:sp>
        <p:nvSpPr>
          <p:cNvPr id="12" name="Rounded Rectangle 11"/>
          <p:cNvSpPr/>
          <p:nvPr/>
        </p:nvSpPr>
        <p:spPr>
          <a:xfrm>
            <a:off x="457200" y="4568640"/>
            <a:ext cx="5563800" cy="1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Claude will do</a:t>
            </a:r>
          </a:p>
          <a:p>
            <a:pPr algn="l" marL="171450" indent="-171450">
              <a:spcAft>
                <a:spcPts val="500"/>
              </a:spcAft>
              <a:buFont typeface="Arial"/>
              <a:buChar char="•"/>
            </a:pPr>
            <a:r>
              <a:rPr sz="900" b="0" i="0">
                <a:solidFill>
                  <a:srgbClr val="000000"/>
                </a:solidFill>
              </a:rPr>
              <a:t>Fit your content into the template boxes, shorten wording to fit, and put today's date on the Update slide.</a:t>
            </a:r>
          </a:p>
          <a:p>
            <a:pPr algn="l" marL="171450" indent="-171450">
              <a:spcAft>
                <a:spcPts val="500"/>
              </a:spcAft>
              <a:buFont typeface="Arial"/>
              <a:buChar char="•"/>
            </a:pPr>
            <a:r>
              <a:rPr sz="900" b="0" i="0">
                <a:solidFill>
                  <a:srgbClr val="000000"/>
                </a:solidFill>
              </a:rPr>
              <a:t>Propose extra detail slides in the same style. It adds them only if you say yes.</a:t>
            </a:r>
          </a:p>
        </p:txBody>
      </p:sp>
      <p:sp>
        <p:nvSpPr>
          <p:cNvPr id="13" name="Rounded Rectangle 12"/>
          <p:cNvSpPr/>
          <p:nvPr/>
        </p:nvSpPr>
        <p:spPr>
          <a:xfrm>
            <a:off x="6171000" y="4568640"/>
            <a:ext cx="5563800" cy="1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Claude will not do</a:t>
            </a:r>
          </a:p>
          <a:p>
            <a:pPr algn="l" marL="171450" indent="-171450">
              <a:spcAft>
                <a:spcPts val="500"/>
              </a:spcAft>
              <a:buFont typeface="Arial"/>
              <a:buChar char="•"/>
            </a:pPr>
            <a:r>
              <a:rPr sz="950" b="0" i="0">
                <a:solidFill>
                  <a:srgbClr val="FFFFFF"/>
                </a:solidFill>
              </a:rPr>
              <a:t>Change the template, other priorities, or the look of the six standard slides.</a:t>
            </a:r>
          </a:p>
          <a:p>
            <a:pPr algn="l" marL="171450" indent="-171450">
              <a:spcAft>
                <a:spcPts val="500"/>
              </a:spcAft>
              <a:buFont typeface="Arial"/>
              <a:buChar char="•"/>
            </a:pPr>
            <a:r>
              <a:rPr sz="950" b="0" i="0">
                <a:solidFill>
                  <a:srgbClr val="FFFFFF"/>
                </a:solidFill>
              </a:rPr>
              <a:t>Invent dates, names, numbers or owners. Anything unknown stays blank.</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