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31" r:id="rId106"/>
    <p:sldId id="332" r:id="rId107"/>
    <p:sldId id="341" r:id="rId116"/>
    <p:sldId id="262" r:id="rId38"/>
    <p:sldId id="2147483647" r:id="rId19"/>
    <p:sldId id="256" r:id="rId18"/>
    <p:sldId id="265" r:id="rId17"/>
    <p:sldId id="266" r:id="rId41"/>
    <p:sldId id="268" r:id="rId43"/>
    <p:sldId id="267" r:id="rId42"/>
    <p:sldId id="257" r:id="rId20"/>
    <p:sldId id="333" r:id="rId108"/>
    <p:sldId id="263" r:id="rId39"/>
    <p:sldId id="258" r:id="rId21"/>
    <p:sldId id="269" r:id="rId44"/>
    <p:sldId id="270" r:id="rId45"/>
    <p:sldId id="271" r:id="rId46"/>
    <p:sldId id="259" r:id="rId22"/>
    <p:sldId id="334" r:id="rId109"/>
    <p:sldId id="272" r:id="rId47"/>
    <p:sldId id="273" r:id="rId48"/>
    <p:sldId id="274" r:id="rId49"/>
    <p:sldId id="275" r:id="rId50"/>
    <p:sldId id="276" r:id="rId51"/>
    <p:sldId id="277" r:id="rId52"/>
    <p:sldId id="335" r:id="rId110"/>
    <p:sldId id="278" r:id="rId53"/>
    <p:sldId id="279" r:id="rId54"/>
    <p:sldId id="280" r:id="rId55"/>
    <p:sldId id="281" r:id="rId56"/>
    <p:sldId id="282" r:id="rId57"/>
    <p:sldId id="283" r:id="rId58"/>
    <p:sldId id="284" r:id="rId59"/>
    <p:sldId id="285" r:id="rId60"/>
    <p:sldId id="336" r:id="rId111"/>
    <p:sldId id="286" r:id="rId61"/>
    <p:sldId id="287" r:id="rId62"/>
    <p:sldId id="288" r:id="rId63"/>
    <p:sldId id="289" r:id="rId64"/>
    <p:sldId id="290" r:id="rId65"/>
    <p:sldId id="291" r:id="rId66"/>
    <p:sldId id="292" r:id="rId67"/>
    <p:sldId id="337" r:id="rId112"/>
    <p:sldId id="264" r:id="rId40"/>
    <p:sldId id="260" r:id="rId23"/>
    <p:sldId id="293" r:id="rId68"/>
    <p:sldId id="294" r:id="rId69"/>
    <p:sldId id="295" r:id="rId70"/>
    <p:sldId id="261" r:id="rId24"/>
    <p:sldId id="338" r:id="rId113"/>
    <p:sldId id="296" r:id="rId71"/>
    <p:sldId id="297" r:id="rId72"/>
    <p:sldId id="298" r:id="rId73"/>
    <p:sldId id="299" r:id="rId74"/>
    <p:sldId id="300" r:id="rId75"/>
    <p:sldId id="301" r:id="rId76"/>
    <p:sldId id="339" r:id="rId114"/>
    <p:sldId id="302" r:id="rId77"/>
    <p:sldId id="303" r:id="rId78"/>
    <p:sldId id="304" r:id="rId79"/>
    <p:sldId id="305" r:id="rId80"/>
    <p:sldId id="306" r:id="rId81"/>
    <p:sldId id="307" r:id="rId82"/>
    <p:sldId id="340" r:id="rId115"/>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 id="328" r:id="rId103"/>
    <p:sldId id="329" r:id="rId104"/>
    <p:sldId id="330" r:id="rId105"/>
    <p:sldId id="342" r:id="rId117"/>
    <p:sldId id="343" r:id="rId118"/>
    <p:sldId id="344" r:id="rId119"/>
    <p:sldId id="345" r:id="rId120"/>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8AA37243-215B-43BE-B1C3-E525EFDBB48D}">
          <p14:sldIdLst>
            <p14:sldId id="331"/>
            <p14:sldId id="332"/>
            <p14:sldId id="341"/>
          </p14:sldIdLst>
        </p14:section>
        <p14:section name="Deal-to-Delivery Playbook" id="{393AD03D-5D7E-43A0-AD73-8505CCDDE1CD}">
          <p14:sldIdLst>
            <p14:sldId id="262"/>
            <p14:sldId id="2147483647"/>
            <p14:sldId id="256"/>
            <p14:sldId id="265"/>
            <p14:sldId id="266"/>
            <p14:sldId id="268"/>
            <p14:sldId id="267"/>
            <p14:sldId id="257"/>
            <p14:sldId id="333"/>
          </p14:sldIdLst>
        </p14:section>
        <p14:section name="Accountability Framework" id="{B98B6B32-BC2D-47D4-B228-128E7572CFCF}">
          <p14:sldIdLst>
            <p14:sldId id="263"/>
            <p14:sldId id="258"/>
            <p14:sldId id="269"/>
            <p14:sldId id="270"/>
            <p14:sldId id="271"/>
            <p14:sldId id="259"/>
            <p14:sldId id="334"/>
          </p14:sldIdLst>
        </p14:section>
        <p14:section name="Leadership Dashboards" id="{FBB04940-C18B-4D4A-8D56-2ACE0EED4ACE}">
          <p14:sldIdLst>
            <p14:sldId id="272"/>
            <p14:sldId id="273"/>
            <p14:sldId id="274"/>
            <p14:sldId id="275"/>
            <p14:sldId id="276"/>
            <p14:sldId id="277"/>
            <p14:sldId id="335"/>
          </p14:sldIdLst>
        </p14:section>
        <p14:section name="Capacity Planning &amp; Romulus" id="{614BA34D-7509-47FC-89FF-BA5B7D886A18}">
          <p14:sldIdLst>
            <p14:sldId id="278"/>
            <p14:sldId id="279"/>
            <p14:sldId id="280"/>
            <p14:sldId id="281"/>
            <p14:sldId id="282"/>
            <p14:sldId id="283"/>
            <p14:sldId id="284"/>
            <p14:sldId id="285"/>
            <p14:sldId id="336"/>
          </p14:sldIdLst>
        </p14:section>
        <p14:section name="DGS Leadership Transition" id="{F59526DD-64CE-4FED-94B9-4A8223B5E96C}">
          <p14:sldIdLst>
            <p14:sldId id="286"/>
            <p14:sldId id="287"/>
            <p14:sldId id="288"/>
            <p14:sldId id="289"/>
            <p14:sldId id="290"/>
            <p14:sldId id="291"/>
            <p14:sldId id="292"/>
            <p14:sldId id="337"/>
          </p14:sldIdLst>
        </p14:section>
        <p14:section name="Intake Updates" id="{45D067E3-F088-4609-B85F-DBE311D28F0B}">
          <p14:sldIdLst>
            <p14:sldId id="264"/>
            <p14:sldId id="260"/>
            <p14:sldId id="293"/>
            <p14:sldId id="294"/>
            <p14:sldId id="295"/>
            <p14:sldId id="261"/>
            <p14:sldId id="338"/>
          </p14:sldIdLst>
        </p14:section>
        <p14:section name="Ops Transformation: Rebuild Scoping &amp; Staffing" id="{2856A34F-EFB4-4D22-A411-D681992AC4B8}">
          <p14:sldIdLst>
            <p14:sldId id="296"/>
            <p14:sldId id="297"/>
            <p14:sldId id="298"/>
            <p14:sldId id="299"/>
            <p14:sldId id="300"/>
            <p14:sldId id="301"/>
            <p14:sldId id="339"/>
          </p14:sldIdLst>
        </p14:section>
        <p14:section name="Earlier Delivery &amp; Talent in Pursuits" id="{2440918F-2FD4-40D7-9826-8404B4FCCA29}">
          <p14:sldIdLst>
            <p14:sldId id="302"/>
            <p14:sldId id="303"/>
            <p14:sldId id="304"/>
            <p14:sldId id="305"/>
            <p14:sldId id="306"/>
            <p14:sldId id="307"/>
            <p14:sldId id="340"/>
          </p14:sldIdLst>
        </p14:section>
        <p14:section name="Supporting-detail layouts" id="{EB4C82DD-DB8D-4165-84B0-BB98C371A36E}">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42"/>
            <p14:sldId id="343"/>
            <p14:sldId id="344"/>
            <p14:sldId id="345"/>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 Id="rId113" Type="http://schemas.openxmlformats.org/officeDocument/2006/relationships/slide" Target="slides/slide84.xml"/><Relationship Id="rId114" Type="http://schemas.openxmlformats.org/officeDocument/2006/relationships/slide" Target="slides/slide85.xml"/><Relationship Id="rId115" Type="http://schemas.openxmlformats.org/officeDocument/2006/relationships/slide" Target="slides/slide86.xml"/><Relationship Id="rId116" Type="http://schemas.openxmlformats.org/officeDocument/2006/relationships/slide" Target="slides/slide87.xml"/><Relationship Id="rId117" Type="http://schemas.openxmlformats.org/officeDocument/2006/relationships/slide" Target="slides/slide88.xml"/><Relationship Id="rId118" Type="http://schemas.openxmlformats.org/officeDocument/2006/relationships/slide" Target="slides/slide89.xml"/><Relationship Id="rId119" Type="http://schemas.openxmlformats.org/officeDocument/2006/relationships/slide" Target="slides/slide90.xml"/><Relationship Id="rId120" Type="http://schemas.openxmlformats.org/officeDocument/2006/relationships/slide" Target="slides/slide9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6.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7.jpg"/><Relationship Id="rId4" Type="http://schemas.openxmlformats.org/officeDocument/2006/relationships/image" Target="../media/image38.jpg"/><Relationship Id="rId5" Type="http://schemas.openxmlformats.org/officeDocument/2006/relationships/image" Target="../media/image39.jpg"/><Relationship Id="rId6" Type="http://schemas.openxmlformats.org/officeDocument/2006/relationships/image" Target="../media/image40.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6.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 Id="rId6" Type="http://schemas.openxmlformats.org/officeDocument/2006/relationships/image" Target="../media/image50.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1.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2.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hyperlink" Target="https://globalappsportalnam.sharepoint.com/:t:/r/sites/MerkleCXMAmericasOperations2-OpsLeads/Shared%20Documents/Forms/AllItems.aspx?id=%2Fsites%2FMerkleCXMAmericasOperations2%2DOpsLeads%2FShared%20Documents%2F01%2DOps%20Priorities%2FPriorities%5FMaster%5FUpdate%5FGuide%2Emd&amp;parent=%2Fsites%2FMerkleCXMAmericasOperations2%2DOpsLeads%2FShared%20Documents%2F01%2DOps%20Priorities&amp;p=true&amp;share=cQoVXVzzOwu1S71HLMlQUgG9EgUCJraVVyvCnOlL9mFtEPuKDg"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3.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4.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pic>
        <p:nvPicPr>
          <p:cNvPr id="7" name="Picture 6" descr="f_split_library.jpg"/>
          <p:cNvPicPr>
            <a:picLocks noChangeAspect="1"/>
          </p:cNvPicPr>
          <p:nvPr/>
        </p:nvPicPr>
        <p:blipFill>
          <a:blip r:embed="rId3"/>
          <a:stretch>
            <a:fillRect/>
          </a:stretch>
        </p:blipFill>
        <p:spPr>
          <a:xfrm>
            <a:off x="0" y="0"/>
            <a:ext cx="4480560" cy="6858000"/>
          </a:xfrm>
          <a:prstGeom prst="rect">
            <a:avLst/>
          </a:prstGeom>
        </p:spPr>
      </p:pic>
      <p:sp>
        <p:nvSpPr>
          <p:cNvPr id="8" name="Rectangle 7"/>
          <p:cNvSpPr/>
          <p:nvPr/>
        </p:nvSpPr>
        <p:spPr>
          <a:xfrm>
            <a:off x="0" y="0"/>
            <a:ext cx="448056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320040" y="2377440"/>
            <a:ext cx="3840480" cy="201168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4892040" y="300000"/>
            <a:ext cx="3907960" cy="560000"/>
          </a:xfrm>
        </p:spPr>
        <p:txBody>
          <a:bodyPr/>
          <a:lstStyle/>
          <a:p>
            <a:r>
              <a:rPr sz="2400">
                <a:solidFill>
                  <a:srgbClr val="FFFFFF"/>
                </a:solidFill>
              </a:rPr>
              <a:t>[Add a header]</a:t>
            </a:r>
          </a:p>
        </p:txBody>
      </p:sp>
      <p:sp>
        <p:nvSpPr>
          <p:cNvPr id="4" name="Text Placeholder 3"/>
          <p:cNvSpPr>
            <a:spLocks noGrp="1"/>
          </p:cNvSpPr>
          <p:nvPr>
            <p:ph type="body" idx="12" sz="quarter"/>
          </p:nvPr>
        </p:nvSpPr>
        <p:spPr>
          <a:xfrm>
            <a:off x="4892040" y="170000"/>
            <a:ext cx="8000000" cy="182880"/>
          </a:xfrm>
        </p:spPr>
        <p:txBody>
          <a:bodyPr/>
          <a:lstStyle/>
          <a:p>
            <a:r>
              <a:rPr>
                <a:solidFill>
                  <a:srgbClr val="0391F2"/>
                </a:solidFill>
              </a:rPr>
              <a:t>TEMPLATE · SPLIT WITH POINTS · DETAIL</a:t>
            </a:r>
          </a:p>
        </p:txBody>
      </p:sp>
      <p:sp>
        <p:nvSpPr>
          <p:cNvPr id="10" name="TextBox 9"/>
          <p:cNvSpPr txBox="1"/>
          <p:nvPr/>
        </p:nvSpPr>
        <p:spPr>
          <a:xfrm>
            <a:off x="640080" y="2560320"/>
            <a:ext cx="320040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TextBox 10"/>
          <p:cNvSpPr txBox="1"/>
          <p:nvPr/>
        </p:nvSpPr>
        <p:spPr>
          <a:xfrm>
            <a:off x="640080" y="2880360"/>
            <a:ext cx="3200400" cy="914400"/>
          </a:xfrm>
          <a:prstGeom prst="rect">
            <a:avLst/>
          </a:prstGeom>
          <a:noFill/>
        </p:spPr>
        <p:txBody>
          <a:bodyPr wrap="square" lIns="0" rIns="0" tIns="0" bIns="0" anchor="t">
            <a:spAutoFit/>
          </a:bodyPr>
          <a:lstStyle/>
          <a:p>
            <a:pPr algn="l">
              <a:spcBef>
                <a:spcPts val="400"/>
              </a:spcBef>
              <a:spcAft>
                <a:spcPts val="500"/>
              </a:spcAft>
            </a:pPr>
            <a:r>
              <a:rPr sz="3200" b="1" i="0">
                <a:solidFill>
                  <a:srgbClr val="FFFFFF"/>
                </a:solidFill>
              </a:rPr>
              <a:t>[Big headline]</a:t>
            </a:r>
          </a:p>
        </p:txBody>
      </p:sp>
      <p:sp>
        <p:nvSpPr>
          <p:cNvPr id="12" name="TextBox 11"/>
          <p:cNvSpPr txBox="1"/>
          <p:nvPr/>
        </p:nvSpPr>
        <p:spPr>
          <a:xfrm>
            <a:off x="640080" y="3886200"/>
            <a:ext cx="3200400" cy="320040"/>
          </a:xfrm>
          <a:prstGeom prst="rect">
            <a:avLst/>
          </a:prstGeom>
          <a:noFill/>
        </p:spPr>
        <p:txBody>
          <a:bodyPr wrap="square" lIns="0" rIns="0" tIns="0" bIns="0" anchor="t">
            <a:spAutoFit/>
          </a:bodyPr>
          <a:lstStyle/>
          <a:p>
            <a:pPr algn="l">
              <a:spcBef>
                <a:spcPts val="400"/>
              </a:spcBef>
              <a:spcAft>
                <a:spcPts val="500"/>
              </a:spcAft>
            </a:pPr>
            <a:r>
              <a:rPr sz="1100" b="1" i="0">
                <a:solidFill>
                  <a:srgbClr val="FFFFFF"/>
                </a:solidFill>
              </a:rPr>
              <a:t>[ONE-LINE SUBHEAD]</a:t>
            </a:r>
          </a:p>
        </p:txBody>
      </p:sp>
      <p:sp>
        <p:nvSpPr>
          <p:cNvPr id="13" name="Rounded Rectangle 12"/>
          <p:cNvSpPr/>
          <p:nvPr/>
        </p:nvSpPr>
        <p:spPr>
          <a:xfrm>
            <a:off x="4892040" y="1170000"/>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5074920" y="1388824"/>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1</a:t>
            </a:r>
          </a:p>
        </p:txBody>
      </p:sp>
      <p:sp>
        <p:nvSpPr>
          <p:cNvPr id="15" name="TextBox 14"/>
          <p:cNvSpPr txBox="1"/>
          <p:nvPr/>
        </p:nvSpPr>
        <p:spPr>
          <a:xfrm>
            <a:off x="5715000" y="1215720"/>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6" name="Rounded Rectangle 15"/>
          <p:cNvSpPr/>
          <p:nvPr/>
        </p:nvSpPr>
        <p:spPr>
          <a:xfrm>
            <a:off x="4892040" y="2124848"/>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Oval 16"/>
          <p:cNvSpPr/>
          <p:nvPr/>
        </p:nvSpPr>
        <p:spPr>
          <a:xfrm>
            <a:off x="5074920" y="2343672"/>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2</a:t>
            </a:r>
          </a:p>
        </p:txBody>
      </p:sp>
      <p:sp>
        <p:nvSpPr>
          <p:cNvPr id="18" name="TextBox 17"/>
          <p:cNvSpPr txBox="1"/>
          <p:nvPr/>
        </p:nvSpPr>
        <p:spPr>
          <a:xfrm>
            <a:off x="5715000" y="2170568"/>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9" name="Rounded Rectangle 18"/>
          <p:cNvSpPr/>
          <p:nvPr/>
        </p:nvSpPr>
        <p:spPr>
          <a:xfrm>
            <a:off x="4892040" y="3079696"/>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5074920" y="329852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3</a:t>
            </a:r>
          </a:p>
        </p:txBody>
      </p:sp>
      <p:sp>
        <p:nvSpPr>
          <p:cNvPr id="21" name="TextBox 20"/>
          <p:cNvSpPr txBox="1"/>
          <p:nvPr/>
        </p:nvSpPr>
        <p:spPr>
          <a:xfrm>
            <a:off x="5715000" y="3125416"/>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2" name="Rounded Rectangle 21"/>
          <p:cNvSpPr/>
          <p:nvPr/>
        </p:nvSpPr>
        <p:spPr>
          <a:xfrm>
            <a:off x="4892040" y="4034544"/>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3" name="Oval 22"/>
          <p:cNvSpPr/>
          <p:nvPr/>
        </p:nvSpPr>
        <p:spPr>
          <a:xfrm>
            <a:off x="5074920" y="4253368"/>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4</a:t>
            </a:r>
          </a:p>
        </p:txBody>
      </p:sp>
      <p:sp>
        <p:nvSpPr>
          <p:cNvPr id="24" name="TextBox 23"/>
          <p:cNvSpPr txBox="1"/>
          <p:nvPr/>
        </p:nvSpPr>
        <p:spPr>
          <a:xfrm>
            <a:off x="5715000" y="4080264"/>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5" name="Rounded Rectangle 24"/>
          <p:cNvSpPr/>
          <p:nvPr/>
        </p:nvSpPr>
        <p:spPr>
          <a:xfrm>
            <a:off x="4892040" y="4989392"/>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5074920" y="5208216"/>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5</a:t>
            </a:r>
          </a:p>
        </p:txBody>
      </p:sp>
      <p:sp>
        <p:nvSpPr>
          <p:cNvPr id="27" name="TextBox 26"/>
          <p:cNvSpPr txBox="1"/>
          <p:nvPr/>
        </p:nvSpPr>
        <p:spPr>
          <a:xfrm>
            <a:off x="5715000" y="5035112"/>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8" name="TextBox 27"/>
          <p:cNvSpPr txBox="1"/>
          <p:nvPr/>
        </p:nvSpPr>
        <p:spPr>
          <a:xfrm>
            <a:off x="4892040" y="5975680"/>
            <a:ext cx="6842760" cy="27432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[ONE LINE TAKEAWAY IN CAPS]</a:t>
            </a:r>
          </a:p>
        </p:txBody>
      </p:sp>
      <p:sp>
        <p:nvSpPr>
          <p:cNvPr id="29" name="Rounded Rectangle 2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FLOW WITH BANNER · SUPPORTING DETAIL</a:t>
            </a:r>
          </a:p>
        </p:txBody>
      </p:sp>
      <p:sp>
        <p:nvSpPr>
          <p:cNvPr id="7" name="TextBox 6"/>
          <p:cNvSpPr txBox="1"/>
          <p:nvPr/>
        </p:nvSpPr>
        <p:spPr>
          <a:xfrm>
            <a:off x="457200" y="1170000"/>
            <a:ext cx="11277600" cy="731520"/>
          </a:xfrm>
          <a:prstGeom prst="rect">
            <a:avLst/>
          </a:prstGeom>
          <a:noFill/>
        </p:spPr>
        <p:txBody>
          <a:bodyPr wrap="square" lIns="0" rIns="0" tIns="0" bIns="0" anchor="t">
            <a:spAutoFit/>
          </a:bodyPr>
          <a:lstStyle/>
          <a:p>
            <a:pPr algn="l">
              <a:spcAft>
                <a:spcPts val="500"/>
              </a:spcAft>
            </a:pPr>
            <a:r>
              <a:rPr sz="1600" b="0" i="1">
                <a:solidFill>
                  <a:srgbClr val="60607D"/>
                </a:solidFill>
              </a:rPr>
              <a:t>[Put here: one or two sentences that sum up the whole slide.]</a:t>
            </a:r>
          </a:p>
        </p:txBody>
      </p:sp>
      <p:sp>
        <p:nvSpPr>
          <p:cNvPr id="8" name="Rounded Rectangle 7"/>
          <p:cNvSpPr/>
          <p:nvPr/>
        </p:nvSpPr>
        <p:spPr>
          <a:xfrm>
            <a:off x="457200" y="2038680"/>
            <a:ext cx="3312533" cy="15544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[GOES IN]</a:t>
            </a:r>
          </a:p>
          <a:p>
            <a:pPr algn="l">
              <a:spcBef>
                <a:spcPts val="400"/>
              </a:spcBef>
              <a:spcAft>
                <a:spcPts val="200"/>
              </a:spcAft>
            </a:pPr>
            <a:r>
              <a:rPr sz="2200" b="1" i="0">
                <a:solidFill>
                  <a:srgbClr val="000000"/>
                </a:solidFill>
              </a:rPr>
              <a:t>[Headline]</a:t>
            </a:r>
          </a:p>
        </p:txBody>
      </p:sp>
      <p:sp>
        <p:nvSpPr>
          <p:cNvPr id="9" name="Right Arrow 8"/>
          <p:cNvSpPr/>
          <p:nvPr/>
        </p:nvSpPr>
        <p:spPr>
          <a:xfrm>
            <a:off x="3844733" y="267592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2038680"/>
            <a:ext cx="3312533" cy="15544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D6D6DF"/>
                </a:solidFill>
              </a:rPr>
              <a:t>[WHAT HAPPENS]</a:t>
            </a:r>
          </a:p>
          <a:p>
            <a:pPr algn="l">
              <a:spcBef>
                <a:spcPts val="400"/>
              </a:spcBef>
              <a:spcAft>
                <a:spcPts val="200"/>
              </a:spcAft>
            </a:pPr>
            <a:r>
              <a:rPr sz="2200" b="1" i="0">
                <a:solidFill>
                  <a:srgbClr val="FFFFFF"/>
                </a:solidFill>
              </a:rPr>
              <a:t>[Headline]</a:t>
            </a:r>
          </a:p>
        </p:txBody>
      </p:sp>
      <p:sp>
        <p:nvSpPr>
          <p:cNvPr id="11" name="Right Arrow 10"/>
          <p:cNvSpPr/>
          <p:nvPr/>
        </p:nvSpPr>
        <p:spPr>
          <a:xfrm>
            <a:off x="7827266" y="267592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2038680"/>
            <a:ext cx="3312533" cy="15544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[COMES OUT]</a:t>
            </a:r>
          </a:p>
          <a:p>
            <a:pPr algn="l">
              <a:spcBef>
                <a:spcPts val="400"/>
              </a:spcBef>
              <a:spcAft>
                <a:spcPts val="200"/>
              </a:spcAft>
            </a:pPr>
            <a:r>
              <a:rPr sz="2200" b="1" i="0">
                <a:solidFill>
                  <a:srgbClr val="000000"/>
                </a:solidFill>
              </a:rPr>
              <a:t>[Headline]</a:t>
            </a:r>
          </a:p>
        </p:txBody>
      </p:sp>
      <p:pic>
        <p:nvPicPr>
          <p:cNvPr id="13" name="Picture 12" descr="f_band_library.jpg"/>
          <p:cNvPicPr>
            <a:picLocks noChangeAspect="1"/>
          </p:cNvPicPr>
          <p:nvPr/>
        </p:nvPicPr>
        <p:blipFill>
          <a:blip r:embed="rId3"/>
          <a:stretch>
            <a:fillRect/>
          </a:stretch>
        </p:blipFill>
        <p:spPr>
          <a:xfrm>
            <a:off x="457200" y="3893160"/>
            <a:ext cx="11277600" cy="2356840"/>
          </a:xfrm>
          <a:prstGeom prst="roundRect">
            <a:avLst>
              <a:gd name="adj" fmla="val 6000"/>
            </a:avLst>
          </a:prstGeom>
        </p:spPr>
      </p:pic>
      <p:sp>
        <p:nvSpPr>
          <p:cNvPr id="14" name="Rounded Rectangle 13"/>
          <p:cNvSpPr/>
          <p:nvPr/>
        </p:nvSpPr>
        <p:spPr>
          <a:xfrm>
            <a:off x="457200" y="3893160"/>
            <a:ext cx="11277600" cy="2356840"/>
          </a:xfrm>
          <a:prstGeom prst="roundRect">
            <a:avLst>
              <a:gd name="adj" fmla="val 6000"/>
            </a:avLst>
          </a:prstGeom>
          <a:solidFill>
            <a:srgbClr val="000000">
              <a:alpha val="72000"/>
            </a:srgbClr>
          </a:solidFill>
          <a:ln>
            <a:noFill/>
          </a:ln>
        </p:spPr>
        <p:txBody>
          <a:bodyPr rtlCol="0" anchor="ctr"/>
          <a:lstStyle/>
          <a:p>
            <a:pPr algn="ctr"/>
          </a:p>
        </p:txBody>
      </p:sp>
      <p:sp>
        <p:nvSpPr>
          <p:cNvPr id="15" name="TextBox 14"/>
          <p:cNvSpPr txBox="1"/>
          <p:nvPr/>
        </p:nvSpPr>
        <p:spPr>
          <a:xfrm>
            <a:off x="914400" y="4030320"/>
            <a:ext cx="5120640" cy="2082520"/>
          </a:xfrm>
          <a:prstGeom prst="rect">
            <a:avLst/>
          </a:prstGeom>
          <a:noFill/>
        </p:spPr>
        <p:txBody>
          <a:bodyPr wrap="square" lIns="0" rIns="0" tIns="0" bIns="0" anchor="ctr">
            <a:spAutoFit/>
          </a:bodyPr>
          <a:lstStyle/>
          <a:p>
            <a:pPr algn="l">
              <a:spcBef>
                <a:spcPts val="400"/>
              </a:spcBef>
              <a:spcAft>
                <a:spcPts val="500"/>
              </a:spcAft>
            </a:pPr>
            <a:r>
              <a:rPr sz="4000" b="1" i="0">
                <a:solidFill>
                  <a:srgbClr val="FFFFFF"/>
                </a:solidFill>
              </a:rPr>
              <a:t>[Short headline]</a:t>
            </a:r>
          </a:p>
        </p:txBody>
      </p:sp>
      <p:sp>
        <p:nvSpPr>
          <p:cNvPr id="16" name="TextBox 15"/>
          <p:cNvSpPr txBox="1"/>
          <p:nvPr/>
        </p:nvSpPr>
        <p:spPr>
          <a:xfrm>
            <a:off x="6492240" y="4030320"/>
            <a:ext cx="4785360" cy="2082520"/>
          </a:xfrm>
          <a:prstGeom prst="rect">
            <a:avLst/>
          </a:prstGeom>
          <a:noFill/>
        </p:spPr>
        <p:txBody>
          <a:bodyPr wrap="square" lIns="0" rIns="0" tIns="0" bIns="0" anchor="ctr">
            <a:spAutoFit/>
          </a:bodyPr>
          <a:lstStyle/>
          <a:p>
            <a:pPr algn="l">
              <a:spcAft>
                <a:spcPts val="500"/>
              </a:spcAft>
            </a:pPr>
            <a:r>
              <a:rPr sz="1800" b="0" i="1">
                <a:solidFill>
                  <a:srgbClr val="D6D6DF"/>
                </a:solidFill>
              </a:rPr>
              <a:t>[Put here: the status, or what is next, in a sentence or two.]</a:t>
            </a:r>
          </a:p>
        </p:txBody>
      </p:sp>
      <p:sp>
        <p:nvSpPr>
          <p:cNvPr id="17" name="Rounded Rectangle 1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PROMPT AND TOPICS · SUPPORTING DETAIL</a:t>
            </a:r>
          </a:p>
        </p:txBody>
      </p:sp>
      <p:sp>
        <p:nvSpPr>
          <p:cNvPr id="7" name="Rounded Rectangle 6"/>
          <p:cNvSpPr/>
          <p:nvPr/>
        </p:nvSpPr>
        <p:spPr>
          <a:xfrm>
            <a:off x="457200" y="1170000"/>
            <a:ext cx="11277600" cy="10972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320040" tIns="137160" rIns="274320" bIns="91440"/>
          <a:lstStyle/>
          <a:p>
            <a:pPr algn="l">
              <a:spcBef>
                <a:spcPts val="200"/>
              </a:spcBef>
              <a:spcAft>
                <a:spcPts val="200"/>
              </a:spcAft>
            </a:pPr>
            <a:r>
              <a:rPr sz="850" b="1" i="0" cap="all" spc="100">
                <a:solidFill>
                  <a:srgbClr val="D6D6DF"/>
                </a:solidFill>
              </a:rPr>
              <a:t>Prompt</a:t>
            </a:r>
          </a:p>
          <a:p>
            <a:pPr algn="l">
              <a:spcAft>
                <a:spcPts val="500"/>
              </a:spcAft>
            </a:pPr>
            <a:r>
              <a:rPr sz="2200" b="0" i="1">
                <a:solidFill>
                  <a:srgbClr val="D6D6DF"/>
                </a:solidFill>
              </a:rPr>
              <a:t>[Put here: the question this slide answers.]</a:t>
            </a:r>
          </a:p>
        </p:txBody>
      </p:sp>
      <p:sp>
        <p:nvSpPr>
          <p:cNvPr id="8" name="TextBox 7"/>
          <p:cNvSpPr txBox="1"/>
          <p:nvPr/>
        </p:nvSpPr>
        <p:spPr>
          <a:xfrm>
            <a:off x="457200" y="2450160"/>
            <a:ext cx="3657600" cy="22860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TOPICS TO COVER</a:t>
            </a:r>
          </a:p>
        </p:txBody>
      </p:sp>
      <p:sp>
        <p:nvSpPr>
          <p:cNvPr id="9" name="Rounded Rectangle 8"/>
          <p:cNvSpPr/>
          <p:nvPr/>
        </p:nvSpPr>
        <p:spPr>
          <a:xfrm>
            <a:off x="4572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01</a:t>
            </a:r>
          </a:p>
          <a:p>
            <a:pPr algn="l">
              <a:spcBef>
                <a:spcPts val="400"/>
              </a:spcBef>
              <a:spcAft>
                <a:spcPts val="200"/>
              </a:spcAft>
            </a:pPr>
            <a:r>
              <a:rPr sz="1700" b="1" i="0">
                <a:solidFill>
                  <a:srgbClr val="000000"/>
                </a:solidFill>
              </a:rPr>
              <a:t>[Topic]</a:t>
            </a:r>
          </a:p>
        </p:txBody>
      </p:sp>
      <p:sp>
        <p:nvSpPr>
          <p:cNvPr id="10" name="Rounded Rectangle 9"/>
          <p:cNvSpPr/>
          <p:nvPr/>
        </p:nvSpPr>
        <p:spPr>
          <a:xfrm>
            <a:off x="33141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02</a:t>
            </a:r>
          </a:p>
          <a:p>
            <a:pPr algn="l">
              <a:spcBef>
                <a:spcPts val="400"/>
              </a:spcBef>
              <a:spcAft>
                <a:spcPts val="200"/>
              </a:spcAft>
            </a:pPr>
            <a:r>
              <a:rPr sz="1700" b="1" i="0">
                <a:solidFill>
                  <a:srgbClr val="000000"/>
                </a:solidFill>
              </a:rPr>
              <a:t>[Topic]</a:t>
            </a:r>
          </a:p>
        </p:txBody>
      </p:sp>
      <p:sp>
        <p:nvSpPr>
          <p:cNvPr id="11" name="Rounded Rectangle 10"/>
          <p:cNvSpPr/>
          <p:nvPr/>
        </p:nvSpPr>
        <p:spPr>
          <a:xfrm>
            <a:off x="61710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03</a:t>
            </a:r>
          </a:p>
          <a:p>
            <a:pPr algn="l">
              <a:spcBef>
                <a:spcPts val="400"/>
              </a:spcBef>
              <a:spcAft>
                <a:spcPts val="200"/>
              </a:spcAft>
            </a:pPr>
            <a:r>
              <a:rPr sz="1700" b="1" i="0">
                <a:solidFill>
                  <a:srgbClr val="000000"/>
                </a:solidFill>
              </a:rPr>
              <a:t>[Topic]</a:t>
            </a:r>
          </a:p>
        </p:txBody>
      </p:sp>
      <p:sp>
        <p:nvSpPr>
          <p:cNvPr id="12" name="Rounded Rectangle 11"/>
          <p:cNvSpPr/>
          <p:nvPr/>
        </p:nvSpPr>
        <p:spPr>
          <a:xfrm>
            <a:off x="90279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04</a:t>
            </a:r>
          </a:p>
          <a:p>
            <a:pPr algn="l">
              <a:spcBef>
                <a:spcPts val="400"/>
              </a:spcBef>
              <a:spcAft>
                <a:spcPts val="200"/>
              </a:spcAft>
            </a:pPr>
            <a:r>
              <a:rPr sz="1700" b="1" i="0">
                <a:solidFill>
                  <a:srgbClr val="000000"/>
                </a:solidFill>
              </a:rPr>
              <a:t>[Topic]</a:t>
            </a:r>
          </a:p>
        </p:txBody>
      </p:sp>
      <p:sp>
        <p:nvSpPr>
          <p:cNvPr id="13" name="Rounded Rectangle 12"/>
          <p:cNvSpPr/>
          <p:nvPr/>
        </p:nvSpPr>
        <p:spPr>
          <a:xfrm>
            <a:off x="457200" y="45851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05</a:t>
            </a:r>
          </a:p>
          <a:p>
            <a:pPr algn="l">
              <a:spcBef>
                <a:spcPts val="400"/>
              </a:spcBef>
              <a:spcAft>
                <a:spcPts val="200"/>
              </a:spcAft>
            </a:pPr>
            <a:r>
              <a:rPr sz="1700" b="1" i="0">
                <a:solidFill>
                  <a:srgbClr val="000000"/>
                </a:solidFill>
              </a:rPr>
              <a:t>[Topic]</a:t>
            </a:r>
          </a:p>
        </p:txBody>
      </p:sp>
      <p:sp>
        <p:nvSpPr>
          <p:cNvPr id="14" name="Rounded Rectangle 13"/>
          <p:cNvSpPr/>
          <p:nvPr/>
        </p:nvSpPr>
        <p:spPr>
          <a:xfrm>
            <a:off x="33141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06</a:t>
            </a:r>
          </a:p>
          <a:p>
            <a:pPr algn="l">
              <a:spcBef>
                <a:spcPts val="400"/>
              </a:spcBef>
              <a:spcAft>
                <a:spcPts val="200"/>
              </a:spcAft>
            </a:pPr>
            <a:r>
              <a:rPr sz="1700" b="1" i="0">
                <a:solidFill>
                  <a:srgbClr val="FFFFFF"/>
                </a:solidFill>
              </a:rPr>
              <a:t>[Topic]</a:t>
            </a:r>
          </a:p>
        </p:txBody>
      </p:sp>
      <p:sp>
        <p:nvSpPr>
          <p:cNvPr id="15" name="Rounded Rectangle 14"/>
          <p:cNvSpPr/>
          <p:nvPr/>
        </p:nvSpPr>
        <p:spPr>
          <a:xfrm>
            <a:off x="61710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07</a:t>
            </a:r>
          </a:p>
          <a:p>
            <a:pPr algn="l">
              <a:spcBef>
                <a:spcPts val="400"/>
              </a:spcBef>
              <a:spcAft>
                <a:spcPts val="200"/>
              </a:spcAft>
            </a:pPr>
            <a:r>
              <a:rPr sz="1700" b="1" i="0">
                <a:solidFill>
                  <a:srgbClr val="FFFFFF"/>
                </a:solidFill>
              </a:rPr>
              <a:t>[Topic]</a:t>
            </a:r>
          </a:p>
        </p:txBody>
      </p:sp>
      <p:sp>
        <p:nvSpPr>
          <p:cNvPr id="16" name="Rounded Rectangle 15"/>
          <p:cNvSpPr/>
          <p:nvPr/>
        </p:nvSpPr>
        <p:spPr>
          <a:xfrm>
            <a:off x="90279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08</a:t>
            </a:r>
          </a:p>
          <a:p>
            <a:pPr algn="l">
              <a:spcBef>
                <a:spcPts val="400"/>
              </a:spcBef>
              <a:spcAft>
                <a:spcPts val="200"/>
              </a:spcAft>
            </a:pPr>
            <a:r>
              <a:rPr sz="1700" b="1" i="0">
                <a:solidFill>
                  <a:srgbClr val="FFFFFF"/>
                </a:solidFill>
              </a:rPr>
              <a:t>[Topic]</a:t>
            </a:r>
          </a:p>
        </p:txBody>
      </p:sp>
      <p:sp>
        <p:nvSpPr>
          <p:cNvPr id="17" name="Rounded Rectangle 1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Update your section with Claude</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You do not have to build slides. Give Claude your notes and it hands back your section, ready to paste into this deck.</a:t>
            </a:r>
          </a:p>
        </p:txBody>
      </p:sp>
      <p:sp>
        <p:nvSpPr>
          <p:cNvPr id="8" name="Rounded Rectangle 7"/>
          <p:cNvSpPr/>
          <p:nvPr/>
        </p:nvSpPr>
        <p:spPr>
          <a:xfrm>
            <a:off x="4572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250" b="1" i="0">
                <a:solidFill>
                  <a:srgbClr val="000000"/>
                </a:solidFill>
              </a:rPr>
              <a:t>Set up once</a:t>
            </a:r>
          </a:p>
          <a:p>
            <a:pPr algn="l">
              <a:spcAft>
                <a:spcPts val="500"/>
              </a:spcAft>
            </a:pPr>
            <a:r>
              <a:rPr sz="1250" b="0" i="0">
                <a:solidFill>
                  <a:srgbClr val="000000"/>
                </a:solidFill>
              </a:rPr>
              <a:t>Make a Claude project. Add two files: this deck (Priorities_Master.pptx) and the update guide. Use the Use this MD button below.</a:t>
            </a:r>
          </a:p>
        </p:txBody>
      </p:sp>
      <p:sp>
        <p:nvSpPr>
          <p:cNvPr id="9" name="Rounded Rectangle 8"/>
          <p:cNvSpPr/>
          <p:nvPr/>
        </p:nvSpPr>
        <p:spPr>
          <a:xfrm>
            <a:off x="33141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250" b="1" i="0">
                <a:solidFill>
                  <a:srgbClr val="000000"/>
                </a:solidFill>
              </a:rPr>
              <a:t>Say which priority</a:t>
            </a:r>
          </a:p>
          <a:p>
            <a:pPr algn="l">
              <a:spcAft>
                <a:spcPts val="500"/>
              </a:spcAft>
            </a:pPr>
            <a:r>
              <a:rPr sz="1250" b="0" i="0">
                <a:solidFill>
                  <a:srgbClr val="000000"/>
                </a:solidFill>
              </a:rPr>
              <a:t>Name your priority exactly as it appears in this deck. Then say what you want: fill my section, update my Update slide, fix something, or add detail.</a:t>
            </a:r>
          </a:p>
        </p:txBody>
      </p:sp>
      <p:sp>
        <p:nvSpPr>
          <p:cNvPr id="10" name="Rounded Rectangle 9"/>
          <p:cNvSpPr/>
          <p:nvPr/>
        </p:nvSpPr>
        <p:spPr>
          <a:xfrm>
            <a:off x="61710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250" b="1" i="0">
                <a:solidFill>
                  <a:srgbClr val="000000"/>
                </a:solidFill>
              </a:rPr>
              <a:t>Give it your notes</a:t>
            </a:r>
          </a:p>
          <a:p>
            <a:pPr algn="l">
              <a:spcAft>
                <a:spcPts val="500"/>
              </a:spcAft>
            </a:pPr>
            <a:r>
              <a:rPr sz="1250" b="0" i="0">
                <a:solidFill>
                  <a:srgbClr val="000000"/>
                </a:solidFill>
              </a:rPr>
              <a:t>Paste notes, an email, a transcript, anything. Claude fills the boxes in the template and asks if something is missing. It never makes things up.</a:t>
            </a:r>
          </a:p>
        </p:txBody>
      </p:sp>
      <p:sp>
        <p:nvSpPr>
          <p:cNvPr id="11" name="Rounded Rectangle 10"/>
          <p:cNvSpPr/>
          <p:nvPr/>
        </p:nvSpPr>
        <p:spPr>
          <a:xfrm>
            <a:off x="90279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250" b="1" i="0">
                <a:solidFill>
                  <a:srgbClr val="000000"/>
                </a:solidFill>
              </a:rPr>
              <a:t>Copy it back in</a:t>
            </a:r>
          </a:p>
          <a:p>
            <a:pPr algn="l">
              <a:spcAft>
                <a:spcPts val="500"/>
              </a:spcAft>
            </a:pPr>
            <a:r>
              <a:rPr sz="1250" b="0" i="0">
                <a:solidFill>
                  <a:srgbClr val="000000"/>
                </a:solidFill>
              </a:rPr>
              <a:t>Claude returns only your section as a small PowerPoint file. Open this deck, delete your old slides, paste the new ones in the same place.</a:t>
            </a:r>
          </a:p>
        </p:txBody>
      </p:sp>
      <p:sp>
        <p:nvSpPr>
          <p:cNvPr id="12" name="Rounded Rectangle 11"/>
          <p:cNvSpPr/>
          <p:nvPr/>
        </p:nvSpPr>
        <p:spPr>
          <a:xfrm>
            <a:off x="457200" y="4568640"/>
            <a:ext cx="5563800" cy="1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Claude will do</a:t>
            </a:r>
          </a:p>
          <a:p>
            <a:pPr algn="l" marL="171450" indent="-171450">
              <a:spcAft>
                <a:spcPts val="500"/>
              </a:spcAft>
              <a:buFont typeface="Arial"/>
              <a:buChar char="•"/>
            </a:pPr>
            <a:r>
              <a:rPr sz="900" b="0" i="0">
                <a:solidFill>
                  <a:srgbClr val="000000"/>
                </a:solidFill>
              </a:rPr>
              <a:t>Fit your content into the template boxes, shorten wording to fit, and put today's date on the Update slide.</a:t>
            </a:r>
          </a:p>
          <a:p>
            <a:pPr algn="l" marL="171450" indent="-171450">
              <a:spcAft>
                <a:spcPts val="500"/>
              </a:spcAft>
              <a:buFont typeface="Arial"/>
              <a:buChar char="•"/>
            </a:pPr>
            <a:r>
              <a:rPr sz="900" b="0" i="0">
                <a:solidFill>
                  <a:srgbClr val="000000"/>
                </a:solidFill>
              </a:rPr>
              <a:t>Propose extra detail slides in the same style. It adds them only if you say yes.</a:t>
            </a:r>
          </a:p>
        </p:txBody>
      </p:sp>
      <p:sp>
        <p:nvSpPr>
          <p:cNvPr id="13" name="Rounded Rectangle 12"/>
          <p:cNvSpPr/>
          <p:nvPr/>
        </p:nvSpPr>
        <p:spPr>
          <a:xfrm>
            <a:off x="6171000" y="4568640"/>
            <a:ext cx="5563800" cy="1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Claude will not do</a:t>
            </a:r>
          </a:p>
          <a:p>
            <a:pPr algn="l" marL="171450" indent="-171450">
              <a:spcAft>
                <a:spcPts val="500"/>
              </a:spcAft>
              <a:buFont typeface="Arial"/>
              <a:buChar char="•"/>
            </a:pPr>
            <a:r>
              <a:rPr sz="950" b="0" i="0">
                <a:solidFill>
                  <a:srgbClr val="FFFFFF"/>
                </a:solidFill>
              </a:rPr>
              <a:t>Change the template, other priorities, or the look of the six standard slides.</a:t>
            </a:r>
          </a:p>
          <a:p>
            <a:pPr algn="l" marL="171450" indent="-171450">
              <a:spcAft>
                <a:spcPts val="500"/>
              </a:spcAft>
              <a:buFont typeface="Arial"/>
              <a:buChar char="•"/>
            </a:pPr>
            <a:r>
              <a:rPr sz="950" b="0" i="0">
                <a:solidFill>
                  <a:srgbClr val="FFFFFF"/>
                </a:solidFill>
              </a:rPr>
              <a:t>Invent dates, names, numbers or owners. Anything unknown stays blank.</a:t>
            </a:r>
          </a:p>
        </p:txBody>
      </p:sp>
      <p:sp>
        <p:nvSpPr>
          <p:cNvPr id="14" name="Rounded Rectangle 13">
            <a:hlinkClick r:id="rId3"/>
          </p:cNvPr>
          <p:cNvSpPr/>
          <p:nvPr/>
        </p:nvSpPr>
        <p:spPr>
          <a:xfrm>
            <a:off x="457200" y="5800000"/>
            <a:ext cx="3291840" cy="411480"/>
          </a:xfrm>
          <a:prstGeom prst="roundRect">
            <a:avLst>
              <a:gd name="adj" fmla="val 50000"/>
            </a:avLst>
          </a:prstGeom>
          <a:solidFill>
            <a:srgbClr val="000000"/>
          </a:solidFill>
          <a:ln>
            <a:noFill/>
          </a:ln>
        </p:spPr>
        <p:txBody>
          <a:bodyPr rtlCol="0" anchor="ctr" lIns="0" rIns="0" tIns="0" bIns="0"/>
          <a:lstStyle/>
          <a:p>
            <a:pPr algn="ctr"/>
            <a:r>
              <a:rPr sz="1200" b="1" i="0">
                <a:solidFill>
                  <a:srgbClr val="FFFFFF"/>
                </a:solidFill>
              </a:rPr>
              <a:t>Use this MD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pic>
        <p:nvPicPr>
          <p:cNvPr id="7" name="Picture 6" descr="f_sf_library_3474720.jpg"/>
          <p:cNvPicPr>
            <a:picLocks noChangeAspect="1"/>
          </p:cNvPicPr>
          <p:nvPr/>
        </p:nvPicPr>
        <p:blipFill>
          <a:blip r:embed="rId3"/>
          <a:stretch>
            <a:fillRect/>
          </a:stretch>
        </p:blipFill>
        <p:spPr>
          <a:xfrm>
            <a:off x="0" y="0"/>
            <a:ext cx="3474720" cy="6858000"/>
          </a:xfrm>
          <a:prstGeom prst="rect">
            <a:avLst/>
          </a:prstGeom>
        </p:spPr>
      </p:pic>
      <p:sp>
        <p:nvSpPr>
          <p:cNvPr id="8" name="Rectangle 7"/>
          <p:cNvSpPr/>
          <p:nvPr/>
        </p:nvSpPr>
        <p:spPr>
          <a:xfrm>
            <a:off x="0" y="0"/>
            <a:ext cx="347472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274320" y="1463040"/>
            <a:ext cx="2926080" cy="4114800"/>
          </a:xfrm>
          <a:prstGeom prst="roundRect">
            <a:avLst>
              <a:gd name="adj" fmla="val 4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3840480" y="300000"/>
            <a:ext cx="4959520" cy="560000"/>
          </a:xfrm>
        </p:spPr>
        <p:txBody>
          <a:bodyPr/>
          <a:lstStyle/>
          <a:p>
            <a:r>
              <a:rPr sz="2400">
                <a:solidFill>
                  <a:srgbClr val="FFFFFF"/>
                </a:solidFill>
              </a:rPr>
              <a:t>[Add a header]</a:t>
            </a:r>
          </a:p>
        </p:txBody>
      </p:sp>
      <p:sp>
        <p:nvSpPr>
          <p:cNvPr id="4" name="Text Placeholder 3"/>
          <p:cNvSpPr>
            <a:spLocks noGrp="1"/>
          </p:cNvSpPr>
          <p:nvPr>
            <p:ph type="body" idx="12" sz="quarter"/>
          </p:nvPr>
        </p:nvSpPr>
        <p:spPr>
          <a:xfrm>
            <a:off x="3840480" y="170000"/>
            <a:ext cx="8000000" cy="182880"/>
          </a:xfrm>
        </p:spPr>
        <p:txBody>
          <a:bodyPr/>
          <a:lstStyle/>
          <a:p>
            <a:r>
              <a:rPr>
                <a:solidFill>
                  <a:srgbClr val="0391F2"/>
                </a:solidFill>
              </a:rPr>
              <a:t>TEMPLATE · SIX BLOCKS AND A TAKEAWAY · DETAIL</a:t>
            </a:r>
          </a:p>
        </p:txBody>
      </p:sp>
      <p:sp>
        <p:nvSpPr>
          <p:cNvPr id="10" name="TextBox 9"/>
          <p:cNvSpPr txBox="1"/>
          <p:nvPr/>
        </p:nvSpPr>
        <p:spPr>
          <a:xfrm>
            <a:off x="502920" y="1691640"/>
            <a:ext cx="246888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TextBox 10"/>
          <p:cNvSpPr txBox="1"/>
          <p:nvPr/>
        </p:nvSpPr>
        <p:spPr>
          <a:xfrm>
            <a:off x="502920" y="2057400"/>
            <a:ext cx="2468880" cy="3383280"/>
          </a:xfrm>
          <a:prstGeom prst="rect">
            <a:avLst/>
          </a:prstGeom>
          <a:noFill/>
        </p:spPr>
        <p:txBody>
          <a:bodyPr wrap="square" lIns="0" rIns="0" tIns="0" bIns="0" anchor="t">
            <a:spAutoFit/>
          </a:bodyPr>
          <a:lstStyle/>
          <a:p>
            <a:pPr algn="l">
              <a:spcAft>
                <a:spcPts val="500"/>
              </a:spcAft>
            </a:pPr>
            <a:r>
              <a:rPr sz="1300" b="0" i="1">
                <a:solidFill>
                  <a:srgbClr val="D6D6DF"/>
                </a:solidFill>
              </a:rPr>
              <a:t>[Put here: one or two sentences that set up the slide.]</a:t>
            </a:r>
          </a:p>
        </p:txBody>
      </p:sp>
      <p:sp>
        <p:nvSpPr>
          <p:cNvPr id="12" name="Rounded Rectangle 11"/>
          <p:cNvSpPr/>
          <p:nvPr/>
        </p:nvSpPr>
        <p:spPr>
          <a:xfrm>
            <a:off x="3840480" y="1170000"/>
            <a:ext cx="3872160" cy="1276666"/>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64592" tIns="91440" rIns="109728" bIns="36576"/>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3" name="Rounded Rectangle 12"/>
          <p:cNvSpPr/>
          <p:nvPr/>
        </p:nvSpPr>
        <p:spPr>
          <a:xfrm>
            <a:off x="7862640" y="1170000"/>
            <a:ext cx="3872160" cy="1276666"/>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64592" tIns="91440" rIns="109728" bIns="36576"/>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4" name="Rounded Rectangle 13"/>
          <p:cNvSpPr/>
          <p:nvPr/>
        </p:nvSpPr>
        <p:spPr>
          <a:xfrm>
            <a:off x="3840480" y="2596666"/>
            <a:ext cx="3872160" cy="1276666"/>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64592" tIns="91440" rIns="109728" bIns="36576"/>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5" name="Rounded Rectangle 14"/>
          <p:cNvSpPr/>
          <p:nvPr/>
        </p:nvSpPr>
        <p:spPr>
          <a:xfrm>
            <a:off x="7862640" y="2596666"/>
            <a:ext cx="3872160" cy="1276666"/>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64592" tIns="91440" rIns="109728" bIns="36576"/>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6" name="Rounded Rectangle 15"/>
          <p:cNvSpPr/>
          <p:nvPr/>
        </p:nvSpPr>
        <p:spPr>
          <a:xfrm>
            <a:off x="3840480" y="4023332"/>
            <a:ext cx="3872160" cy="1276666"/>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64592" tIns="91440" rIns="109728" bIns="36576"/>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7" name="Rounded Rectangle 16"/>
          <p:cNvSpPr/>
          <p:nvPr/>
        </p:nvSpPr>
        <p:spPr>
          <a:xfrm>
            <a:off x="7862640" y="4023332"/>
            <a:ext cx="3872160" cy="1276666"/>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64592" tIns="91440" rIns="109728" bIns="36576"/>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8" name="Rounded Rectangle 17"/>
          <p:cNvSpPr/>
          <p:nvPr/>
        </p:nvSpPr>
        <p:spPr>
          <a:xfrm>
            <a:off x="3840480" y="5450000"/>
            <a:ext cx="789432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250000" rIns="250000" tIns="40000" bIns="40000"/>
          <a:lstStyle/>
          <a:p>
            <a:pPr algn="l"/>
            <a:r>
              <a:rPr sz="900" b="1" i="0" cap="all" spc="100">
                <a:solidFill>
                  <a:srgbClr val="D6D6DF"/>
                </a:solidFill>
              </a:rPr>
              <a:t>Key takeaway</a:t>
            </a:r>
          </a:p>
          <a:p>
            <a:pPr algn="l"/>
            <a:r>
              <a:rPr sz="1200" b="0" i="1">
                <a:solidFill>
                  <a:srgbClr val="D6D6DF"/>
                </a:solidFill>
              </a:rPr>
              <a:t>[One sentence: the key takeaway.]</a:t>
            </a:r>
          </a:p>
        </p:txBody>
      </p:sp>
      <p:sp>
        <p:nvSpPr>
          <p:cNvPr id="19" name="Rounded Rectangle 1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THREE CARDS AND TWO WIDE ·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300" b="0" i="1">
                <a:solidFill>
                  <a:srgbClr val="60607D"/>
                </a:solidFill>
              </a:rPr>
              <a:t>[Put here: the one-sentence headline for this slide.]</a:t>
            </a:r>
          </a:p>
        </p:txBody>
      </p:sp>
      <p:sp>
        <p:nvSpPr>
          <p:cNvPr id="8" name="Rounded Rectangle 7"/>
          <p:cNvSpPr/>
          <p:nvPr/>
        </p:nvSpPr>
        <p:spPr>
          <a:xfrm>
            <a:off x="4572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9" name="Rounded Rectangle 8"/>
          <p:cNvSpPr/>
          <p:nvPr/>
        </p:nvSpPr>
        <p:spPr>
          <a:xfrm>
            <a:off x="42664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0" name="Rounded Rectangle 9"/>
          <p:cNvSpPr/>
          <p:nvPr/>
        </p:nvSpPr>
        <p:spPr>
          <a:xfrm>
            <a:off x="80756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1" name="Rounded Rectangle 10"/>
          <p:cNvSpPr/>
          <p:nvPr/>
        </p:nvSpPr>
        <p:spPr>
          <a:xfrm>
            <a:off x="457200" y="4059320"/>
            <a:ext cx="55638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2" name="Rounded Rectangle 11"/>
          <p:cNvSpPr/>
          <p:nvPr/>
        </p:nvSpPr>
        <p:spPr>
          <a:xfrm>
            <a:off x="6171000" y="4059320"/>
            <a:ext cx="55638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3" name="Rounded Rectangle 1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pic>
        <p:nvPicPr>
          <p:cNvPr id="7" name="Picture 6" descr="f_split_library.jpg"/>
          <p:cNvPicPr>
            <a:picLocks noChangeAspect="1"/>
          </p:cNvPicPr>
          <p:nvPr/>
        </p:nvPicPr>
        <p:blipFill>
          <a:blip r:embed="rId3"/>
          <a:stretch>
            <a:fillRect/>
          </a:stretch>
        </p:blipFill>
        <p:spPr>
          <a:xfrm>
            <a:off x="0" y="0"/>
            <a:ext cx="4480560" cy="6858000"/>
          </a:xfrm>
          <a:prstGeom prst="rect">
            <a:avLst/>
          </a:prstGeom>
        </p:spPr>
      </p:pic>
      <p:sp>
        <p:nvSpPr>
          <p:cNvPr id="8" name="Rectangle 7"/>
          <p:cNvSpPr/>
          <p:nvPr/>
        </p:nvSpPr>
        <p:spPr>
          <a:xfrm>
            <a:off x="0" y="0"/>
            <a:ext cx="448056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320040" y="2194560"/>
            <a:ext cx="3840480" cy="237744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4892040" y="300000"/>
            <a:ext cx="3907960" cy="560000"/>
          </a:xfrm>
        </p:spPr>
        <p:txBody>
          <a:bodyPr/>
          <a:lstStyle/>
          <a:p>
            <a:r>
              <a:rPr sz="2400">
                <a:solidFill>
                  <a:srgbClr val="FFFFFF"/>
                </a:solidFill>
              </a:rPr>
              <a:t>[Add a header]</a:t>
            </a:r>
          </a:p>
        </p:txBody>
      </p:sp>
      <p:sp>
        <p:nvSpPr>
          <p:cNvPr id="4" name="Text Placeholder 3"/>
          <p:cNvSpPr>
            <a:spLocks noGrp="1"/>
          </p:cNvSpPr>
          <p:nvPr>
            <p:ph type="body" idx="12" sz="quarter"/>
          </p:nvPr>
        </p:nvSpPr>
        <p:spPr>
          <a:xfrm>
            <a:off x="4892040" y="170000"/>
            <a:ext cx="8000000" cy="182880"/>
          </a:xfrm>
        </p:spPr>
        <p:txBody>
          <a:bodyPr/>
          <a:lstStyle/>
          <a:p>
            <a:r>
              <a:rPr>
                <a:solidFill>
                  <a:srgbClr val="0391F2"/>
                </a:solidFill>
              </a:rPr>
              <a:t>TEMPLATE · IMAGE AND TWO PHASES · DETAIL</a:t>
            </a:r>
          </a:p>
        </p:txBody>
      </p:sp>
      <p:sp>
        <p:nvSpPr>
          <p:cNvPr id="10" name="TextBox 9"/>
          <p:cNvSpPr txBox="1"/>
          <p:nvPr/>
        </p:nvSpPr>
        <p:spPr>
          <a:xfrm>
            <a:off x="640080" y="2377440"/>
            <a:ext cx="320040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TextBox 10"/>
          <p:cNvSpPr txBox="1"/>
          <p:nvPr/>
        </p:nvSpPr>
        <p:spPr>
          <a:xfrm>
            <a:off x="640080" y="2697480"/>
            <a:ext cx="3200400" cy="731520"/>
          </a:xfrm>
          <a:prstGeom prst="rect">
            <a:avLst/>
          </a:prstGeom>
          <a:noFill/>
        </p:spPr>
        <p:txBody>
          <a:bodyPr wrap="square" lIns="0" rIns="0" tIns="0" bIns="0" anchor="t">
            <a:spAutoFit/>
          </a:bodyPr>
          <a:lstStyle/>
          <a:p>
            <a:pPr algn="l">
              <a:spcBef>
                <a:spcPts val="400"/>
              </a:spcBef>
              <a:spcAft>
                <a:spcPts val="500"/>
              </a:spcAft>
            </a:pPr>
            <a:r>
              <a:rPr sz="3200" b="1" i="0">
                <a:solidFill>
                  <a:srgbClr val="FFFFFF"/>
                </a:solidFill>
              </a:rPr>
              <a:t>[Big headline]</a:t>
            </a:r>
          </a:p>
        </p:txBody>
      </p:sp>
      <p:sp>
        <p:nvSpPr>
          <p:cNvPr id="12" name="TextBox 11"/>
          <p:cNvSpPr txBox="1"/>
          <p:nvPr/>
        </p:nvSpPr>
        <p:spPr>
          <a:xfrm>
            <a:off x="640080" y="3520440"/>
            <a:ext cx="3200400" cy="1005840"/>
          </a:xfrm>
          <a:prstGeom prst="rect">
            <a:avLst/>
          </a:prstGeom>
          <a:noFill/>
        </p:spPr>
        <p:txBody>
          <a:bodyPr wrap="square" lIns="0" rIns="0" tIns="0" bIns="0" anchor="t">
            <a:spAutoFit/>
          </a:bodyPr>
          <a:lstStyle/>
          <a:p>
            <a:pPr algn="l">
              <a:spcAft>
                <a:spcPts val="500"/>
              </a:spcAft>
            </a:pPr>
            <a:r>
              <a:rPr sz="1200" b="0" i="1">
                <a:solidFill>
                  <a:srgbClr val="D6D6DF"/>
                </a:solidFill>
              </a:rPr>
              <a:t>[A line or two on what this is.]</a:t>
            </a:r>
          </a:p>
        </p:txBody>
      </p:sp>
      <p:sp>
        <p:nvSpPr>
          <p:cNvPr id="13" name="Rounded Rectangle 12"/>
          <p:cNvSpPr/>
          <p:nvPr/>
        </p:nvSpPr>
        <p:spPr>
          <a:xfrm>
            <a:off x="4892040" y="1170000"/>
            <a:ext cx="334638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Phase 1</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what it is, in a sentence or two.]</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bullets.]</a:t>
            </a:r>
          </a:p>
        </p:txBody>
      </p:sp>
      <p:sp>
        <p:nvSpPr>
          <p:cNvPr id="14" name="Rounded Rectangle 13"/>
          <p:cNvSpPr/>
          <p:nvPr/>
        </p:nvSpPr>
        <p:spPr>
          <a:xfrm>
            <a:off x="8388420" y="1170000"/>
            <a:ext cx="334638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Phase 2</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what it is, in a sentence or two.]</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bullets.]</a:t>
            </a:r>
          </a:p>
        </p:txBody>
      </p:sp>
      <p:sp>
        <p:nvSpPr>
          <p:cNvPr id="15" name="Rounded Rectangle 1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pic>
        <p:nvPicPr>
          <p:cNvPr id="7" name="Picture 6" descr="f_sf_library_3657600.jpg"/>
          <p:cNvPicPr>
            <a:picLocks noChangeAspect="1"/>
          </p:cNvPicPr>
          <p:nvPr/>
        </p:nvPicPr>
        <p:blipFill>
          <a:blip r:embed="rId3"/>
          <a:stretch>
            <a:fillRect/>
          </a:stretch>
        </p:blipFill>
        <p:spPr>
          <a:xfrm>
            <a:off x="0" y="0"/>
            <a:ext cx="3657600" cy="6858000"/>
          </a:xfrm>
          <a:prstGeom prst="rect">
            <a:avLst/>
          </a:prstGeom>
        </p:spPr>
      </p:pic>
      <p:sp>
        <p:nvSpPr>
          <p:cNvPr id="8" name="Rectangle 7"/>
          <p:cNvSpPr/>
          <p:nvPr/>
        </p:nvSpPr>
        <p:spPr>
          <a:xfrm>
            <a:off x="0" y="0"/>
            <a:ext cx="365760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274320" y="1371600"/>
            <a:ext cx="3108960" cy="4480560"/>
          </a:xfrm>
          <a:prstGeom prst="roundRect">
            <a:avLst>
              <a:gd name="adj" fmla="val 4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4023360" y="300000"/>
            <a:ext cx="4776640" cy="560000"/>
          </a:xfrm>
        </p:spPr>
        <p:txBody>
          <a:bodyPr/>
          <a:lstStyle/>
          <a:p>
            <a:r>
              <a:rPr sz="2400">
                <a:solidFill>
                  <a:srgbClr val="FFFFFF"/>
                </a:solidFill>
              </a:rPr>
              <a:t>[Add a header]</a:t>
            </a:r>
          </a:p>
        </p:txBody>
      </p:sp>
      <p:sp>
        <p:nvSpPr>
          <p:cNvPr id="4" name="Text Placeholder 3"/>
          <p:cNvSpPr>
            <a:spLocks noGrp="1"/>
          </p:cNvSpPr>
          <p:nvPr>
            <p:ph type="body" idx="12" sz="quarter"/>
          </p:nvPr>
        </p:nvSpPr>
        <p:spPr>
          <a:xfrm>
            <a:off x="4023360" y="170000"/>
            <a:ext cx="8000000" cy="182880"/>
          </a:xfrm>
        </p:spPr>
        <p:txBody>
          <a:bodyPr/>
          <a:lstStyle/>
          <a:p>
            <a:r>
              <a:rPr>
                <a:solidFill>
                  <a:srgbClr val="0391F2"/>
                </a:solidFill>
              </a:rPr>
              <a:t>TEMPLATE · GOAL AND THREE PILLARS · DETAIL</a:t>
            </a:r>
          </a:p>
        </p:txBody>
      </p:sp>
      <p:sp>
        <p:nvSpPr>
          <p:cNvPr id="10" name="TextBox 9"/>
          <p:cNvSpPr txBox="1"/>
          <p:nvPr/>
        </p:nvSpPr>
        <p:spPr>
          <a:xfrm>
            <a:off x="502920" y="1554480"/>
            <a:ext cx="265176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Oval 10"/>
          <p:cNvSpPr/>
          <p:nvPr/>
        </p:nvSpPr>
        <p:spPr>
          <a:xfrm>
            <a:off x="502920" y="2020824"/>
            <a:ext cx="146304" cy="146304"/>
          </a:xfrm>
          <a:prstGeom prst="ellipse">
            <a:avLst/>
          </a:prstGeom>
          <a:solidFill>
            <a:srgbClr val="FFFFFF"/>
          </a:solidFill>
          <a:ln>
            <a:noFill/>
          </a:ln>
        </p:spPr>
        <p:txBody>
          <a:bodyPr rtlCol="0" anchor="ctr"/>
          <a:lstStyle/>
          <a:p>
            <a:pPr algn="ctr"/>
          </a:p>
        </p:txBody>
      </p:sp>
      <p:sp>
        <p:nvSpPr>
          <p:cNvPr id="12" name="TextBox 11"/>
          <p:cNvSpPr txBox="1"/>
          <p:nvPr/>
        </p:nvSpPr>
        <p:spPr>
          <a:xfrm>
            <a:off x="777240" y="1965960"/>
            <a:ext cx="2377440" cy="1188720"/>
          </a:xfrm>
          <a:prstGeom prst="rect">
            <a:avLst/>
          </a:prstGeom>
          <a:noFill/>
        </p:spPr>
        <p:txBody>
          <a:bodyPr wrap="square" lIns="0" rIns="0" tIns="0" bIns="0" anchor="t">
            <a:spAutoFit/>
          </a:bodyPr>
          <a:lstStyle/>
          <a:p>
            <a:pPr algn="l">
              <a:spcBef>
                <a:spcPts val="400"/>
              </a:spcBef>
              <a:spcAft>
                <a:spcPts val="200"/>
              </a:spcAft>
            </a:pPr>
            <a:r>
              <a:rPr sz="1200" b="1" i="0">
                <a:solidFill>
                  <a:srgbClr val="FFFFFF"/>
                </a:solidFill>
              </a:rPr>
              <a:t>[When]</a:t>
            </a:r>
          </a:p>
          <a:p>
            <a:pPr algn="l">
              <a:spcAft>
                <a:spcPts val="500"/>
              </a:spcAft>
            </a:pPr>
            <a:r>
              <a:rPr sz="1200" b="0" i="1">
                <a:solidFill>
                  <a:srgbClr val="D6D6DF"/>
                </a:solidFill>
              </a:rPr>
              <a:t>[Put here: what happens then.]</a:t>
            </a:r>
          </a:p>
        </p:txBody>
      </p:sp>
      <p:sp>
        <p:nvSpPr>
          <p:cNvPr id="13" name="Oval 12"/>
          <p:cNvSpPr/>
          <p:nvPr/>
        </p:nvSpPr>
        <p:spPr>
          <a:xfrm>
            <a:off x="502920" y="3282696"/>
            <a:ext cx="146304" cy="146304"/>
          </a:xfrm>
          <a:prstGeom prst="ellipse">
            <a:avLst/>
          </a:prstGeom>
          <a:solidFill>
            <a:srgbClr val="FFFFFF"/>
          </a:solidFill>
          <a:ln>
            <a:noFill/>
          </a:ln>
        </p:spPr>
        <p:txBody>
          <a:bodyPr rtlCol="0" anchor="ctr"/>
          <a:lstStyle/>
          <a:p>
            <a:pPr algn="ctr"/>
          </a:p>
        </p:txBody>
      </p:sp>
      <p:sp>
        <p:nvSpPr>
          <p:cNvPr id="14" name="TextBox 13"/>
          <p:cNvSpPr txBox="1"/>
          <p:nvPr/>
        </p:nvSpPr>
        <p:spPr>
          <a:xfrm>
            <a:off x="777240" y="3227832"/>
            <a:ext cx="2377440" cy="1188720"/>
          </a:xfrm>
          <a:prstGeom prst="rect">
            <a:avLst/>
          </a:prstGeom>
          <a:noFill/>
        </p:spPr>
        <p:txBody>
          <a:bodyPr wrap="square" lIns="0" rIns="0" tIns="0" bIns="0" anchor="t">
            <a:spAutoFit/>
          </a:bodyPr>
          <a:lstStyle/>
          <a:p>
            <a:pPr algn="l">
              <a:spcBef>
                <a:spcPts val="400"/>
              </a:spcBef>
              <a:spcAft>
                <a:spcPts val="200"/>
              </a:spcAft>
            </a:pPr>
            <a:r>
              <a:rPr sz="1200" b="1" i="0">
                <a:solidFill>
                  <a:srgbClr val="FFFFFF"/>
                </a:solidFill>
              </a:rPr>
              <a:t>[When]</a:t>
            </a:r>
          </a:p>
          <a:p>
            <a:pPr algn="l">
              <a:spcAft>
                <a:spcPts val="500"/>
              </a:spcAft>
            </a:pPr>
            <a:r>
              <a:rPr sz="1200" b="0" i="1">
                <a:solidFill>
                  <a:srgbClr val="D6D6DF"/>
                </a:solidFill>
              </a:rPr>
              <a:t>[Put here: what happens then.]</a:t>
            </a:r>
          </a:p>
        </p:txBody>
      </p:sp>
      <p:sp>
        <p:nvSpPr>
          <p:cNvPr id="15" name="Oval 14"/>
          <p:cNvSpPr/>
          <p:nvPr/>
        </p:nvSpPr>
        <p:spPr>
          <a:xfrm>
            <a:off x="502920" y="4544568"/>
            <a:ext cx="146304" cy="146304"/>
          </a:xfrm>
          <a:prstGeom prst="ellipse">
            <a:avLst/>
          </a:prstGeom>
          <a:solidFill>
            <a:srgbClr val="FFFFFF"/>
          </a:solidFill>
          <a:ln>
            <a:noFill/>
          </a:ln>
        </p:spPr>
        <p:txBody>
          <a:bodyPr rtlCol="0" anchor="ctr"/>
          <a:lstStyle/>
          <a:p>
            <a:pPr algn="ctr"/>
          </a:p>
        </p:txBody>
      </p:sp>
      <p:sp>
        <p:nvSpPr>
          <p:cNvPr id="16" name="TextBox 15"/>
          <p:cNvSpPr txBox="1"/>
          <p:nvPr/>
        </p:nvSpPr>
        <p:spPr>
          <a:xfrm>
            <a:off x="777240" y="4489704"/>
            <a:ext cx="2377440" cy="1188720"/>
          </a:xfrm>
          <a:prstGeom prst="rect">
            <a:avLst/>
          </a:prstGeom>
          <a:noFill/>
        </p:spPr>
        <p:txBody>
          <a:bodyPr wrap="square" lIns="0" rIns="0" tIns="0" bIns="0" anchor="t">
            <a:spAutoFit/>
          </a:bodyPr>
          <a:lstStyle/>
          <a:p>
            <a:pPr algn="l">
              <a:spcBef>
                <a:spcPts val="400"/>
              </a:spcBef>
              <a:spcAft>
                <a:spcPts val="200"/>
              </a:spcAft>
            </a:pPr>
            <a:r>
              <a:rPr sz="1200" b="1" i="0">
                <a:solidFill>
                  <a:srgbClr val="FFFFFF"/>
                </a:solidFill>
              </a:rPr>
              <a:t>[When]</a:t>
            </a:r>
          </a:p>
          <a:p>
            <a:pPr algn="l">
              <a:spcAft>
                <a:spcPts val="500"/>
              </a:spcAft>
            </a:pPr>
            <a:r>
              <a:rPr sz="1200" b="0" i="1">
                <a:solidFill>
                  <a:srgbClr val="D6D6DF"/>
                </a:solidFill>
              </a:rPr>
              <a:t>[Put here: what happens then.]</a:t>
            </a:r>
          </a:p>
        </p:txBody>
      </p:sp>
      <p:sp>
        <p:nvSpPr>
          <p:cNvPr id="17" name="Rounded Rectangle 16"/>
          <p:cNvSpPr/>
          <p:nvPr/>
        </p:nvSpPr>
        <p:spPr>
          <a:xfrm>
            <a:off x="4023360" y="1170000"/>
            <a:ext cx="7711440" cy="6858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28600" tIns="54864" rIns="228600" bIns="36576"/>
          <a:lstStyle/>
          <a:p>
            <a:pPr algn="l">
              <a:spcBef>
                <a:spcPts val="200"/>
              </a:spcBef>
              <a:spcAft>
                <a:spcPts val="200"/>
              </a:spcAft>
            </a:pPr>
            <a:r>
              <a:rPr sz="850" b="1" i="0" cap="all" spc="100">
                <a:solidFill>
                  <a:srgbClr val="60607D"/>
                </a:solidFill>
              </a:rPr>
              <a:t>The goal</a:t>
            </a:r>
          </a:p>
          <a:p>
            <a:pPr algn="l">
              <a:spcAft>
                <a:spcPts val="500"/>
              </a:spcAft>
            </a:pPr>
            <a:r>
              <a:rPr sz="1200" b="0" i="1">
                <a:solidFill>
                  <a:srgbClr val="60607D"/>
                </a:solidFill>
              </a:rPr>
              <a:t>[Put here: the goal in one sentence.]</a:t>
            </a:r>
          </a:p>
        </p:txBody>
      </p:sp>
      <p:sp>
        <p:nvSpPr>
          <p:cNvPr id="18" name="Rounded Rectangle 17"/>
          <p:cNvSpPr/>
          <p:nvPr/>
        </p:nvSpPr>
        <p:spPr>
          <a:xfrm>
            <a:off x="4023360" y="1947240"/>
            <a:ext cx="2470480" cy="3202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46304" tIns="91440" rIns="109728" bIns="36576"/>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19" name="Rounded Rectangle 18"/>
          <p:cNvSpPr/>
          <p:nvPr/>
        </p:nvSpPr>
        <p:spPr>
          <a:xfrm>
            <a:off x="6643840" y="1947240"/>
            <a:ext cx="2470480" cy="3202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46304" tIns="91440" rIns="109728" bIns="36576"/>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20" name="Rounded Rectangle 19"/>
          <p:cNvSpPr/>
          <p:nvPr/>
        </p:nvSpPr>
        <p:spPr>
          <a:xfrm>
            <a:off x="9264320" y="1947240"/>
            <a:ext cx="2470480" cy="3202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46304" tIns="91440" rIns="109728" bIns="36576"/>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21" name="Rounded Rectangle 20"/>
          <p:cNvSpPr/>
          <p:nvPr/>
        </p:nvSpPr>
        <p:spPr>
          <a:xfrm>
            <a:off x="4023360" y="5300000"/>
            <a:ext cx="7711440" cy="95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250000" rIns="250000" tIns="40000" bIns="40000"/>
          <a:lstStyle/>
          <a:p>
            <a:pPr algn="l"/>
            <a:r>
              <a:rPr sz="900" b="1" i="0" cap="all" spc="100">
                <a:solidFill>
                  <a:srgbClr val="D6D6DF"/>
                </a:solidFill>
              </a:rPr>
              <a:t>Key takeaway</a:t>
            </a:r>
          </a:p>
          <a:p>
            <a:pPr algn="l"/>
            <a:r>
              <a:rPr sz="1200" b="0" i="1">
                <a:solidFill>
                  <a:srgbClr val="D6D6DF"/>
                </a:solidFill>
              </a:rPr>
              <a:t>[One sentence: the key takeaway.]</a:t>
            </a:r>
          </a:p>
        </p:txBody>
      </p:sp>
      <p:sp>
        <p:nvSpPr>
          <p:cNvPr id="22" name="Rounded Rectangle 2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